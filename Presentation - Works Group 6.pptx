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HK Grotesk" panose="020B0604020202020204" charset="0"/>
      <p:regular r:id="rId15"/>
    </p:embeddedFont>
    <p:embeddedFont>
      <p:font typeface="HK Grotesk Bold" panose="020B0604020202020204" charset="0"/>
      <p:regular r:id="rId16"/>
    </p:embeddedFont>
    <p:embeddedFont>
      <p:font typeface="HK Grotesk Semi-Bold" panose="020B0604020202020204" charset="0"/>
      <p:regular r:id="rId17"/>
    </p:embeddedFont>
    <p:embeddedFont>
      <p:font typeface="Noto Serif Display ExtraCondensed Light"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A17F5-4708-4CEB-ACE5-F216A8E81119}" v="27" dt="2026-01-11T11:30:56.4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8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ddha Wadnere" userId="dd5e5c19085272f0" providerId="LiveId" clId="{DD8B0AB2-91B1-4764-B50D-B99802BAE8DE}"/>
    <pc:docChg chg="undo custSel modSld">
      <pc:chgData name="Shraddha Wadnere" userId="dd5e5c19085272f0" providerId="LiveId" clId="{DD8B0AB2-91B1-4764-B50D-B99802BAE8DE}" dt="2026-01-11T11:37:38.753" v="434" actId="1076"/>
      <pc:docMkLst>
        <pc:docMk/>
      </pc:docMkLst>
      <pc:sldChg chg="addSp delSp modSp mod">
        <pc:chgData name="Shraddha Wadnere" userId="dd5e5c19085272f0" providerId="LiveId" clId="{DD8B0AB2-91B1-4764-B50D-B99802BAE8DE}" dt="2026-01-11T11:37:38.753" v="434" actId="1076"/>
        <pc:sldMkLst>
          <pc:docMk/>
          <pc:sldMk cId="0" sldId="256"/>
        </pc:sldMkLst>
        <pc:spChg chg="del">
          <ac:chgData name="Shraddha Wadnere" userId="dd5e5c19085272f0" providerId="LiveId" clId="{DD8B0AB2-91B1-4764-B50D-B99802BAE8DE}" dt="2026-01-10T15:18:44.416" v="114" actId="478"/>
          <ac:spMkLst>
            <pc:docMk/>
            <pc:sldMk cId="0" sldId="256"/>
            <ac:spMk id="4" creationId="{00000000-0000-0000-0000-000000000000}"/>
          </ac:spMkLst>
        </pc:spChg>
        <pc:spChg chg="del mod topLvl">
          <ac:chgData name="Shraddha Wadnere" userId="dd5e5c19085272f0" providerId="LiveId" clId="{DD8B0AB2-91B1-4764-B50D-B99802BAE8DE}" dt="2026-01-10T15:18:05.903" v="104" actId="21"/>
          <ac:spMkLst>
            <pc:docMk/>
            <pc:sldMk cId="0" sldId="256"/>
            <ac:spMk id="6" creationId="{00000000-0000-0000-0000-000000000000}"/>
          </ac:spMkLst>
        </pc:spChg>
        <pc:spChg chg="mod topLvl">
          <ac:chgData name="Shraddha Wadnere" userId="dd5e5c19085272f0" providerId="LiveId" clId="{DD8B0AB2-91B1-4764-B50D-B99802BAE8DE}" dt="2026-01-11T11:34:02.514" v="400" actId="20577"/>
          <ac:spMkLst>
            <pc:docMk/>
            <pc:sldMk cId="0" sldId="256"/>
            <ac:spMk id="7" creationId="{00000000-0000-0000-0000-000000000000}"/>
          </ac:spMkLst>
        </pc:spChg>
        <pc:spChg chg="add mod">
          <ac:chgData name="Shraddha Wadnere" userId="dd5e5c19085272f0" providerId="LiveId" clId="{DD8B0AB2-91B1-4764-B50D-B99802BAE8DE}" dt="2026-01-11T11:37:38.753" v="434" actId="1076"/>
          <ac:spMkLst>
            <pc:docMk/>
            <pc:sldMk cId="0" sldId="256"/>
            <ac:spMk id="9" creationId="{B47AB198-9FAF-3D41-2AAD-FBE926144D3C}"/>
          </ac:spMkLst>
        </pc:spChg>
        <pc:grpChg chg="del">
          <ac:chgData name="Shraddha Wadnere" userId="dd5e5c19085272f0" providerId="LiveId" clId="{DD8B0AB2-91B1-4764-B50D-B99802BAE8DE}" dt="2026-01-10T15:18:05.903" v="104" actId="21"/>
          <ac:grpSpMkLst>
            <pc:docMk/>
            <pc:sldMk cId="0" sldId="256"/>
            <ac:grpSpMk id="5" creationId="{00000000-0000-0000-0000-000000000000}"/>
          </ac:grpSpMkLst>
        </pc:grpChg>
        <pc:graphicFrameChg chg="add del mod modGraphic">
          <ac:chgData name="Shraddha Wadnere" userId="dd5e5c19085272f0" providerId="LiveId" clId="{DD8B0AB2-91B1-4764-B50D-B99802BAE8DE}" dt="2026-01-11T11:26:29.283" v="364" actId="21"/>
          <ac:graphicFrameMkLst>
            <pc:docMk/>
            <pc:sldMk cId="0" sldId="256"/>
            <ac:graphicFrameMk id="4" creationId="{723E5E70-518F-9F64-9C5C-396184392376}"/>
          </ac:graphicFrameMkLst>
        </pc:graphicFrameChg>
        <pc:graphicFrameChg chg="add del mod modGraphic">
          <ac:chgData name="Shraddha Wadnere" userId="dd5e5c19085272f0" providerId="LiveId" clId="{DD8B0AB2-91B1-4764-B50D-B99802BAE8DE}" dt="2026-01-11T11:27:09.499" v="372" actId="21"/>
          <ac:graphicFrameMkLst>
            <pc:docMk/>
            <pc:sldMk cId="0" sldId="256"/>
            <ac:graphicFrameMk id="5" creationId="{723E5E70-518F-9F64-9C5C-396184392376}"/>
          </ac:graphicFrameMkLst>
        </pc:graphicFrameChg>
      </pc:sldChg>
      <pc:sldChg chg="addSp delSp modSp mod">
        <pc:chgData name="Shraddha Wadnere" userId="dd5e5c19085272f0" providerId="LiveId" clId="{DD8B0AB2-91B1-4764-B50D-B99802BAE8DE}" dt="2026-01-10T15:57:01.996" v="263" actId="6549"/>
        <pc:sldMkLst>
          <pc:docMk/>
          <pc:sldMk cId="0" sldId="257"/>
        </pc:sldMkLst>
        <pc:spChg chg="mod">
          <ac:chgData name="Shraddha Wadnere" userId="dd5e5c19085272f0" providerId="LiveId" clId="{DD8B0AB2-91B1-4764-B50D-B99802BAE8DE}" dt="2026-01-10T15:53:24.639" v="262"/>
          <ac:spMkLst>
            <pc:docMk/>
            <pc:sldMk cId="0" sldId="257"/>
            <ac:spMk id="3" creationId="{00000000-0000-0000-0000-000000000000}"/>
          </ac:spMkLst>
        </pc:spChg>
        <pc:spChg chg="mod">
          <ac:chgData name="Shraddha Wadnere" userId="dd5e5c19085272f0" providerId="LiveId" clId="{DD8B0AB2-91B1-4764-B50D-B99802BAE8DE}" dt="2026-01-10T15:57:01.996" v="263" actId="6549"/>
          <ac:spMkLst>
            <pc:docMk/>
            <pc:sldMk cId="0" sldId="257"/>
            <ac:spMk id="4" creationId="{00000000-0000-0000-0000-000000000000}"/>
          </ac:spMkLst>
        </pc:spChg>
        <pc:spChg chg="mod">
          <ac:chgData name="Shraddha Wadnere" userId="dd5e5c19085272f0" providerId="LiveId" clId="{DD8B0AB2-91B1-4764-B50D-B99802BAE8DE}" dt="2026-01-10T15:28:25.036" v="136" actId="1076"/>
          <ac:spMkLst>
            <pc:docMk/>
            <pc:sldMk cId="0" sldId="257"/>
            <ac:spMk id="5" creationId="{00000000-0000-0000-0000-000000000000}"/>
          </ac:spMkLst>
        </pc:spChg>
        <pc:spChg chg="add del mod">
          <ac:chgData name="Shraddha Wadnere" userId="dd5e5c19085272f0" providerId="LiveId" clId="{DD8B0AB2-91B1-4764-B50D-B99802BAE8DE}" dt="2026-01-10T15:29:36.931" v="238" actId="21"/>
          <ac:spMkLst>
            <pc:docMk/>
            <pc:sldMk cId="0" sldId="257"/>
            <ac:spMk id="7" creationId="{61F682DE-5D0C-3184-6CF4-14DF0616D299}"/>
          </ac:spMkLst>
        </pc:spChg>
        <pc:spChg chg="add del mod">
          <ac:chgData name="Shraddha Wadnere" userId="dd5e5c19085272f0" providerId="LiveId" clId="{DD8B0AB2-91B1-4764-B50D-B99802BAE8DE}" dt="2026-01-10T15:27:40.342" v="132" actId="478"/>
          <ac:spMkLst>
            <pc:docMk/>
            <pc:sldMk cId="0" sldId="257"/>
            <ac:spMk id="8" creationId="{33F8CA5A-FF80-15DF-FC9B-F32F39400235}"/>
          </ac:spMkLst>
        </pc:spChg>
        <pc:spChg chg="add del mod">
          <ac:chgData name="Shraddha Wadnere" userId="dd5e5c19085272f0" providerId="LiveId" clId="{DD8B0AB2-91B1-4764-B50D-B99802BAE8DE}" dt="2026-01-10T15:27:56.347" v="135" actId="478"/>
          <ac:spMkLst>
            <pc:docMk/>
            <pc:sldMk cId="0" sldId="257"/>
            <ac:spMk id="9" creationId="{EB379F3D-3C24-B4F5-C4B0-8B62040BB863}"/>
          </ac:spMkLst>
        </pc:spChg>
        <pc:grpChg chg="mod">
          <ac:chgData name="Shraddha Wadnere" userId="dd5e5c19085272f0" providerId="LiveId" clId="{DD8B0AB2-91B1-4764-B50D-B99802BAE8DE}" dt="2026-01-10T15:53:24.639" v="262"/>
          <ac:grpSpMkLst>
            <pc:docMk/>
            <pc:sldMk cId="0" sldId="257"/>
            <ac:grpSpMk id="2" creationId="{00000000-0000-0000-0000-000000000000}"/>
          </ac:grpSpMkLst>
        </pc:grpChg>
      </pc:sldChg>
      <pc:sldChg chg="addSp delSp modSp mod">
        <pc:chgData name="Shraddha Wadnere" userId="dd5e5c19085272f0" providerId="LiveId" clId="{DD8B0AB2-91B1-4764-B50D-B99802BAE8DE}" dt="2026-01-10T15:16:58.565" v="100" actId="1076"/>
        <pc:sldMkLst>
          <pc:docMk/>
          <pc:sldMk cId="0" sldId="258"/>
        </pc:sldMkLst>
        <pc:spChg chg="mod">
          <ac:chgData name="Shraddha Wadnere" userId="dd5e5c19085272f0" providerId="LiveId" clId="{DD8B0AB2-91B1-4764-B50D-B99802BAE8DE}" dt="2026-01-10T15:15:21.313" v="92" actId="1076"/>
          <ac:spMkLst>
            <pc:docMk/>
            <pc:sldMk cId="0" sldId="258"/>
            <ac:spMk id="6" creationId="{00000000-0000-0000-0000-000000000000}"/>
          </ac:spMkLst>
        </pc:spChg>
        <pc:spChg chg="mod">
          <ac:chgData name="Shraddha Wadnere" userId="dd5e5c19085272f0" providerId="LiveId" clId="{DD8B0AB2-91B1-4764-B50D-B99802BAE8DE}" dt="2026-01-10T15:09:49.149" v="71" actId="1076"/>
          <ac:spMkLst>
            <pc:docMk/>
            <pc:sldMk cId="0" sldId="258"/>
            <ac:spMk id="9" creationId="{00000000-0000-0000-0000-000000000000}"/>
          </ac:spMkLst>
        </pc:spChg>
        <pc:spChg chg="mod">
          <ac:chgData name="Shraddha Wadnere" userId="dd5e5c19085272f0" providerId="LiveId" clId="{DD8B0AB2-91B1-4764-B50D-B99802BAE8DE}" dt="2026-01-10T15:09:16.779" v="69" actId="1076"/>
          <ac:spMkLst>
            <pc:docMk/>
            <pc:sldMk cId="0" sldId="258"/>
            <ac:spMk id="10" creationId="{00000000-0000-0000-0000-000000000000}"/>
          </ac:spMkLst>
        </pc:spChg>
        <pc:spChg chg="add del mod">
          <ac:chgData name="Shraddha Wadnere" userId="dd5e5c19085272f0" providerId="LiveId" clId="{DD8B0AB2-91B1-4764-B50D-B99802BAE8DE}" dt="2026-01-10T15:12:24.008" v="87" actId="21"/>
          <ac:spMkLst>
            <pc:docMk/>
            <pc:sldMk cId="0" sldId="258"/>
            <ac:spMk id="17" creationId="{743A2165-C835-9868-3690-051C56DC5F9A}"/>
          </ac:spMkLst>
        </pc:spChg>
        <pc:spChg chg="add mod">
          <ac:chgData name="Shraddha Wadnere" userId="dd5e5c19085272f0" providerId="LiveId" clId="{DD8B0AB2-91B1-4764-B50D-B99802BAE8DE}" dt="2026-01-10T15:16:47.722" v="99" actId="1076"/>
          <ac:spMkLst>
            <pc:docMk/>
            <pc:sldMk cId="0" sldId="258"/>
            <ac:spMk id="18" creationId="{41A68517-73EA-42E5-BC61-C984C4F06498}"/>
          </ac:spMkLst>
        </pc:spChg>
        <pc:spChg chg="mod topLvl">
          <ac:chgData name="Shraddha Wadnere" userId="dd5e5c19085272f0" providerId="LiveId" clId="{DD8B0AB2-91B1-4764-B50D-B99802BAE8DE}" dt="2026-01-10T15:16:58.565" v="100" actId="1076"/>
          <ac:spMkLst>
            <pc:docMk/>
            <pc:sldMk cId="0" sldId="258"/>
            <ac:spMk id="20" creationId="{7565F5F2-806B-4C4B-E6A3-DAFD0D202D57}"/>
          </ac:spMkLst>
        </pc:spChg>
        <pc:spChg chg="del mod topLvl">
          <ac:chgData name="Shraddha Wadnere" userId="dd5e5c19085272f0" providerId="LiveId" clId="{DD8B0AB2-91B1-4764-B50D-B99802BAE8DE}" dt="2026-01-10T15:09:09.527" v="68" actId="478"/>
          <ac:spMkLst>
            <pc:docMk/>
            <pc:sldMk cId="0" sldId="258"/>
            <ac:spMk id="21" creationId="{89E65079-3996-F8C0-7D92-BFDEA0BCBB33}"/>
          </ac:spMkLst>
        </pc:spChg>
        <pc:spChg chg="mod">
          <ac:chgData name="Shraddha Wadnere" userId="dd5e5c19085272f0" providerId="LiveId" clId="{DD8B0AB2-91B1-4764-B50D-B99802BAE8DE}" dt="2026-01-10T15:15:30.495" v="94"/>
          <ac:spMkLst>
            <pc:docMk/>
            <pc:sldMk cId="0" sldId="258"/>
            <ac:spMk id="23" creationId="{B9190C88-3084-CE1E-940A-1EC7D6C53B41}"/>
          </ac:spMkLst>
        </pc:spChg>
        <pc:spChg chg="mod">
          <ac:chgData name="Shraddha Wadnere" userId="dd5e5c19085272f0" providerId="LiveId" clId="{DD8B0AB2-91B1-4764-B50D-B99802BAE8DE}" dt="2026-01-10T15:15:30.495" v="94"/>
          <ac:spMkLst>
            <pc:docMk/>
            <pc:sldMk cId="0" sldId="258"/>
            <ac:spMk id="24" creationId="{3724FD2F-F4CD-EE1A-4DD9-029A30A27742}"/>
          </ac:spMkLst>
        </pc:spChg>
        <pc:grpChg chg="mod">
          <ac:chgData name="Shraddha Wadnere" userId="dd5e5c19085272f0" providerId="LiveId" clId="{DD8B0AB2-91B1-4764-B50D-B99802BAE8DE}" dt="2026-01-10T14:32:35.180" v="0" actId="1076"/>
          <ac:grpSpMkLst>
            <pc:docMk/>
            <pc:sldMk cId="0" sldId="258"/>
            <ac:grpSpMk id="2" creationId="{00000000-0000-0000-0000-000000000000}"/>
          </ac:grpSpMkLst>
        </pc:grpChg>
        <pc:grpChg chg="mod">
          <ac:chgData name="Shraddha Wadnere" userId="dd5e5c19085272f0" providerId="LiveId" clId="{DD8B0AB2-91B1-4764-B50D-B99802BAE8DE}" dt="2026-01-10T15:16:12.409" v="98" actId="1076"/>
          <ac:grpSpMkLst>
            <pc:docMk/>
            <pc:sldMk cId="0" sldId="258"/>
            <ac:grpSpMk id="5" creationId="{00000000-0000-0000-0000-000000000000}"/>
          </ac:grpSpMkLst>
        </pc:grpChg>
        <pc:grpChg chg="add del mod">
          <ac:chgData name="Shraddha Wadnere" userId="dd5e5c19085272f0" providerId="LiveId" clId="{DD8B0AB2-91B1-4764-B50D-B99802BAE8DE}" dt="2026-01-10T15:15:47.137" v="96" actId="21"/>
          <ac:grpSpMkLst>
            <pc:docMk/>
            <pc:sldMk cId="0" sldId="258"/>
            <ac:grpSpMk id="8" creationId="{00000000-0000-0000-0000-000000000000}"/>
          </ac:grpSpMkLst>
        </pc:grpChg>
        <pc:grpChg chg="mod">
          <ac:chgData name="Shraddha Wadnere" userId="dd5e5c19085272f0" providerId="LiveId" clId="{DD8B0AB2-91B1-4764-B50D-B99802BAE8DE}" dt="2026-01-10T15:09:38.237" v="70" actId="1076"/>
          <ac:grpSpMkLst>
            <pc:docMk/>
            <pc:sldMk cId="0" sldId="258"/>
            <ac:grpSpMk id="11" creationId="{00000000-0000-0000-0000-000000000000}"/>
          </ac:grpSpMkLst>
        </pc:grpChg>
        <pc:grpChg chg="add del mod">
          <ac:chgData name="Shraddha Wadnere" userId="dd5e5c19085272f0" providerId="LiveId" clId="{DD8B0AB2-91B1-4764-B50D-B99802BAE8DE}" dt="2026-01-10T15:09:09.527" v="68" actId="478"/>
          <ac:grpSpMkLst>
            <pc:docMk/>
            <pc:sldMk cId="0" sldId="258"/>
            <ac:grpSpMk id="19" creationId="{397AE76D-2F8E-302D-5F13-CA3621391D85}"/>
          </ac:grpSpMkLst>
        </pc:grpChg>
        <pc:grpChg chg="add mod">
          <ac:chgData name="Shraddha Wadnere" userId="dd5e5c19085272f0" providerId="LiveId" clId="{DD8B0AB2-91B1-4764-B50D-B99802BAE8DE}" dt="2026-01-10T15:15:42.011" v="95" actId="1076"/>
          <ac:grpSpMkLst>
            <pc:docMk/>
            <pc:sldMk cId="0" sldId="258"/>
            <ac:grpSpMk id="22" creationId="{176F3232-C587-35DB-EF8D-95A006B64CE3}"/>
          </ac:grpSpMkLst>
        </pc:grpChg>
      </pc:sldChg>
      <pc:sldChg chg="addSp delSp modSp mod">
        <pc:chgData name="Shraddha Wadnere" userId="dd5e5c19085272f0" providerId="LiveId" clId="{DD8B0AB2-91B1-4764-B50D-B99802BAE8DE}" dt="2026-01-10T14:43:26.433" v="7" actId="14100"/>
        <pc:sldMkLst>
          <pc:docMk/>
          <pc:sldMk cId="0" sldId="259"/>
        </pc:sldMkLst>
        <pc:spChg chg="del topLvl">
          <ac:chgData name="Shraddha Wadnere" userId="dd5e5c19085272f0" providerId="LiveId" clId="{DD8B0AB2-91B1-4764-B50D-B99802BAE8DE}" dt="2026-01-10T14:42:44.067" v="3" actId="478"/>
          <ac:spMkLst>
            <pc:docMk/>
            <pc:sldMk cId="0" sldId="259"/>
            <ac:spMk id="9" creationId="{00000000-0000-0000-0000-000000000000}"/>
          </ac:spMkLst>
        </pc:spChg>
        <pc:grpChg chg="del">
          <ac:chgData name="Shraddha Wadnere" userId="dd5e5c19085272f0" providerId="LiveId" clId="{DD8B0AB2-91B1-4764-B50D-B99802BAE8DE}" dt="2026-01-10T14:42:44.067" v="3" actId="478"/>
          <ac:grpSpMkLst>
            <pc:docMk/>
            <pc:sldMk cId="0" sldId="259"/>
            <ac:grpSpMk id="8" creationId="{00000000-0000-0000-0000-000000000000}"/>
          </ac:grpSpMkLst>
        </pc:grpChg>
        <pc:picChg chg="add mod">
          <ac:chgData name="Shraddha Wadnere" userId="dd5e5c19085272f0" providerId="LiveId" clId="{DD8B0AB2-91B1-4764-B50D-B99802BAE8DE}" dt="2026-01-10T14:43:26.433" v="7" actId="14100"/>
          <ac:picMkLst>
            <pc:docMk/>
            <pc:sldMk cId="0" sldId="259"/>
            <ac:picMk id="11" creationId="{00156A3A-1DA5-711F-5438-E93B40FAE2B2}"/>
          </ac:picMkLst>
        </pc:picChg>
      </pc:sldChg>
      <pc:sldChg chg="addSp delSp modSp mod">
        <pc:chgData name="Shraddha Wadnere" userId="dd5e5c19085272f0" providerId="LiveId" clId="{DD8B0AB2-91B1-4764-B50D-B99802BAE8DE}" dt="2026-01-10T15:41:48.991" v="261" actId="14100"/>
        <pc:sldMkLst>
          <pc:docMk/>
          <pc:sldMk cId="0" sldId="260"/>
        </pc:sldMkLst>
        <pc:spChg chg="mod">
          <ac:chgData name="Shraddha Wadnere" userId="dd5e5c19085272f0" providerId="LiveId" clId="{DD8B0AB2-91B1-4764-B50D-B99802BAE8DE}" dt="2026-01-10T15:30:56.821" v="253" actId="1076"/>
          <ac:spMkLst>
            <pc:docMk/>
            <pc:sldMk cId="0" sldId="260"/>
            <ac:spMk id="2" creationId="{00000000-0000-0000-0000-000000000000}"/>
          </ac:spMkLst>
        </pc:spChg>
        <pc:grpChg chg="del">
          <ac:chgData name="Shraddha Wadnere" userId="dd5e5c19085272f0" providerId="LiveId" clId="{DD8B0AB2-91B1-4764-B50D-B99802BAE8DE}" dt="2026-01-10T15:31:03.312" v="254" actId="21"/>
          <ac:grpSpMkLst>
            <pc:docMk/>
            <pc:sldMk cId="0" sldId="260"/>
            <ac:grpSpMk id="8" creationId="{00000000-0000-0000-0000-000000000000}"/>
          </ac:grpSpMkLst>
        </pc:grpChg>
        <pc:picChg chg="add mod">
          <ac:chgData name="Shraddha Wadnere" userId="dd5e5c19085272f0" providerId="LiveId" clId="{DD8B0AB2-91B1-4764-B50D-B99802BAE8DE}" dt="2026-01-10T15:41:48.991" v="261" actId="14100"/>
          <ac:picMkLst>
            <pc:docMk/>
            <pc:sldMk cId="0" sldId="260"/>
            <ac:picMk id="11" creationId="{E0F7BABF-8228-E23F-4CC6-F9BCAE5869C7}"/>
          </ac:picMkLst>
        </pc:picChg>
      </pc:sldChg>
      <pc:sldChg chg="addSp modSp mod">
        <pc:chgData name="Shraddha Wadnere" userId="dd5e5c19085272f0" providerId="LiveId" clId="{DD8B0AB2-91B1-4764-B50D-B99802BAE8DE}" dt="2026-01-10T17:23:17.028" v="339" actId="1076"/>
        <pc:sldMkLst>
          <pc:docMk/>
          <pc:sldMk cId="0" sldId="261"/>
        </pc:sldMkLst>
        <pc:spChg chg="mod">
          <ac:chgData name="Shraddha Wadnere" userId="dd5e5c19085272f0" providerId="LiveId" clId="{DD8B0AB2-91B1-4764-B50D-B99802BAE8DE}" dt="2026-01-10T17:19:42.357" v="336" actId="20577"/>
          <ac:spMkLst>
            <pc:docMk/>
            <pc:sldMk cId="0" sldId="261"/>
            <ac:spMk id="3" creationId="{00000000-0000-0000-0000-000000000000}"/>
          </ac:spMkLst>
        </pc:spChg>
        <pc:spChg chg="mod">
          <ac:chgData name="Shraddha Wadnere" userId="dd5e5c19085272f0" providerId="LiveId" clId="{DD8B0AB2-91B1-4764-B50D-B99802BAE8DE}" dt="2026-01-10T17:20:04.260" v="337" actId="1076"/>
          <ac:spMkLst>
            <pc:docMk/>
            <pc:sldMk cId="0" sldId="261"/>
            <ac:spMk id="4" creationId="{00000000-0000-0000-0000-000000000000}"/>
          </ac:spMkLst>
        </pc:spChg>
        <pc:spChg chg="mod">
          <ac:chgData name="Shraddha Wadnere" userId="dd5e5c19085272f0" providerId="LiveId" clId="{DD8B0AB2-91B1-4764-B50D-B99802BAE8DE}" dt="2026-01-10T17:20:38.124" v="338" actId="1076"/>
          <ac:spMkLst>
            <pc:docMk/>
            <pc:sldMk cId="0" sldId="261"/>
            <ac:spMk id="8" creationId="{00000000-0000-0000-0000-000000000000}"/>
          </ac:spMkLst>
        </pc:spChg>
        <pc:spChg chg="mod">
          <ac:chgData name="Shraddha Wadnere" userId="dd5e5c19085272f0" providerId="LiveId" clId="{DD8B0AB2-91B1-4764-B50D-B99802BAE8DE}" dt="2026-01-10T17:23:17.028" v="339" actId="1076"/>
          <ac:spMkLst>
            <pc:docMk/>
            <pc:sldMk cId="0" sldId="261"/>
            <ac:spMk id="9" creationId="{00000000-0000-0000-0000-000000000000}"/>
          </ac:spMkLst>
        </pc:spChg>
        <pc:grpChg chg="mod">
          <ac:chgData name="Shraddha Wadnere" userId="dd5e5c19085272f0" providerId="LiveId" clId="{DD8B0AB2-91B1-4764-B50D-B99802BAE8DE}" dt="2026-01-10T16:50:58.460" v="322" actId="1076"/>
          <ac:grpSpMkLst>
            <pc:docMk/>
            <pc:sldMk cId="0" sldId="261"/>
            <ac:grpSpMk id="7" creationId="{00000000-0000-0000-0000-000000000000}"/>
          </ac:grpSpMkLst>
        </pc:grpChg>
        <pc:picChg chg="add mod">
          <ac:chgData name="Shraddha Wadnere" userId="dd5e5c19085272f0" providerId="LiveId" clId="{DD8B0AB2-91B1-4764-B50D-B99802BAE8DE}" dt="2026-01-10T17:19:33.634" v="329" actId="14100"/>
          <ac:picMkLst>
            <pc:docMk/>
            <pc:sldMk cId="0" sldId="261"/>
            <ac:picMk id="11" creationId="{6C351397-1D82-CBA7-F902-999089F69F68}"/>
          </ac:picMkLst>
        </pc:picChg>
      </pc:sldChg>
      <pc:sldChg chg="addSp delSp modSp mod">
        <pc:chgData name="Shraddha Wadnere" userId="dd5e5c19085272f0" providerId="LiveId" clId="{DD8B0AB2-91B1-4764-B50D-B99802BAE8DE}" dt="2026-01-10T17:35:01.511" v="355" actId="1076"/>
        <pc:sldMkLst>
          <pc:docMk/>
          <pc:sldMk cId="0" sldId="262"/>
        </pc:sldMkLst>
        <pc:spChg chg="mod">
          <ac:chgData name="Shraddha Wadnere" userId="dd5e5c19085272f0" providerId="LiveId" clId="{DD8B0AB2-91B1-4764-B50D-B99802BAE8DE}" dt="2026-01-10T17:24:16.062" v="345" actId="20577"/>
          <ac:spMkLst>
            <pc:docMk/>
            <pc:sldMk cId="0" sldId="262"/>
            <ac:spMk id="2" creationId="{00000000-0000-0000-0000-000000000000}"/>
          </ac:spMkLst>
        </pc:spChg>
        <pc:spChg chg="mod topLvl">
          <ac:chgData name="Shraddha Wadnere" userId="dd5e5c19085272f0" providerId="LiveId" clId="{DD8B0AB2-91B1-4764-B50D-B99802BAE8DE}" dt="2026-01-10T17:26:06.463" v="347" actId="478"/>
          <ac:spMkLst>
            <pc:docMk/>
            <pc:sldMk cId="0" sldId="262"/>
            <ac:spMk id="4" creationId="{00000000-0000-0000-0000-000000000000}"/>
          </ac:spMkLst>
        </pc:spChg>
        <pc:spChg chg="del topLvl">
          <ac:chgData name="Shraddha Wadnere" userId="dd5e5c19085272f0" providerId="LiveId" clId="{DD8B0AB2-91B1-4764-B50D-B99802BAE8DE}" dt="2026-01-10T17:26:06.463" v="347" actId="478"/>
          <ac:spMkLst>
            <pc:docMk/>
            <pc:sldMk cId="0" sldId="262"/>
            <ac:spMk id="5" creationId="{00000000-0000-0000-0000-000000000000}"/>
          </ac:spMkLst>
        </pc:spChg>
        <pc:grpChg chg="del">
          <ac:chgData name="Shraddha Wadnere" userId="dd5e5c19085272f0" providerId="LiveId" clId="{DD8B0AB2-91B1-4764-B50D-B99802BAE8DE}" dt="2026-01-10T17:26:06.463" v="347" actId="478"/>
          <ac:grpSpMkLst>
            <pc:docMk/>
            <pc:sldMk cId="0" sldId="262"/>
            <ac:grpSpMk id="3" creationId="{00000000-0000-0000-0000-000000000000}"/>
          </ac:grpSpMkLst>
        </pc:grpChg>
        <pc:grpChg chg="del">
          <ac:chgData name="Shraddha Wadnere" userId="dd5e5c19085272f0" providerId="LiveId" clId="{DD8B0AB2-91B1-4764-B50D-B99802BAE8DE}" dt="2026-01-10T17:26:20.909" v="348" actId="478"/>
          <ac:grpSpMkLst>
            <pc:docMk/>
            <pc:sldMk cId="0" sldId="262"/>
            <ac:grpSpMk id="8" creationId="{00000000-0000-0000-0000-000000000000}"/>
          </ac:grpSpMkLst>
        </pc:grpChg>
        <pc:picChg chg="add mod">
          <ac:chgData name="Shraddha Wadnere" userId="dd5e5c19085272f0" providerId="LiveId" clId="{DD8B0AB2-91B1-4764-B50D-B99802BAE8DE}" dt="2026-01-10T17:35:01.511" v="355" actId="1076"/>
          <ac:picMkLst>
            <pc:docMk/>
            <pc:sldMk cId="0" sldId="262"/>
            <ac:picMk id="11" creationId="{84F6FE39-01F5-2BB2-3420-B1AE9A2BD3DB}"/>
          </ac:picMkLst>
        </pc:picChg>
      </pc:sldChg>
      <pc:sldChg chg="addSp delSp modSp mod">
        <pc:chgData name="Shraddha Wadnere" userId="dd5e5c19085272f0" providerId="LiveId" clId="{DD8B0AB2-91B1-4764-B50D-B99802BAE8DE}" dt="2026-01-10T14:54:11.631" v="21" actId="1076"/>
        <pc:sldMkLst>
          <pc:docMk/>
          <pc:sldMk cId="0" sldId="263"/>
        </pc:sldMkLst>
        <pc:spChg chg="mod">
          <ac:chgData name="Shraddha Wadnere" userId="dd5e5c19085272f0" providerId="LiveId" clId="{DD8B0AB2-91B1-4764-B50D-B99802BAE8DE}" dt="2026-01-10T14:52:45.568" v="9"/>
          <ac:spMkLst>
            <pc:docMk/>
            <pc:sldMk cId="0" sldId="263"/>
            <ac:spMk id="11" creationId="{00000000-0000-0000-0000-000000000000}"/>
          </ac:spMkLst>
        </pc:spChg>
        <pc:spChg chg="add mod">
          <ac:chgData name="Shraddha Wadnere" userId="dd5e5c19085272f0" providerId="LiveId" clId="{DD8B0AB2-91B1-4764-B50D-B99802BAE8DE}" dt="2026-01-10T14:53:12.398" v="13" actId="14100"/>
          <ac:spMkLst>
            <pc:docMk/>
            <pc:sldMk cId="0" sldId="263"/>
            <ac:spMk id="12" creationId="{AD5DCD34-B2CE-C567-FEBE-9EE5D22382F0}"/>
          </ac:spMkLst>
        </pc:spChg>
        <pc:spChg chg="add">
          <ac:chgData name="Shraddha Wadnere" userId="dd5e5c19085272f0" providerId="LiveId" clId="{DD8B0AB2-91B1-4764-B50D-B99802BAE8DE}" dt="2026-01-10T14:53:18.347" v="14"/>
          <ac:spMkLst>
            <pc:docMk/>
            <pc:sldMk cId="0" sldId="263"/>
            <ac:spMk id="13" creationId="{E878D84C-E916-9B66-6A4C-53C9D813E141}"/>
          </ac:spMkLst>
        </pc:spChg>
        <pc:spChg chg="add mod">
          <ac:chgData name="Shraddha Wadnere" userId="dd5e5c19085272f0" providerId="LiveId" clId="{DD8B0AB2-91B1-4764-B50D-B99802BAE8DE}" dt="2026-01-10T14:53:21.959" v="15"/>
          <ac:spMkLst>
            <pc:docMk/>
            <pc:sldMk cId="0" sldId="263"/>
            <ac:spMk id="14" creationId="{62D21F44-A8A0-135C-393C-2547C238305E}"/>
          </ac:spMkLst>
        </pc:spChg>
        <pc:grpChg chg="del">
          <ac:chgData name="Shraddha Wadnere" userId="dd5e5c19085272f0" providerId="LiveId" clId="{DD8B0AB2-91B1-4764-B50D-B99802BAE8DE}" dt="2026-01-10T14:52:43.409" v="8" actId="21"/>
          <ac:grpSpMkLst>
            <pc:docMk/>
            <pc:sldMk cId="0" sldId="263"/>
            <ac:grpSpMk id="8" creationId="{00000000-0000-0000-0000-000000000000}"/>
          </ac:grpSpMkLst>
        </pc:grpChg>
        <pc:grpChg chg="add del mod">
          <ac:chgData name="Shraddha Wadnere" userId="dd5e5c19085272f0" providerId="LiveId" clId="{DD8B0AB2-91B1-4764-B50D-B99802BAE8DE}" dt="2026-01-10T14:52:49.079" v="10" actId="21"/>
          <ac:grpSpMkLst>
            <pc:docMk/>
            <pc:sldMk cId="0" sldId="263"/>
            <ac:grpSpMk id="10" creationId="{00000000-0000-0000-0000-000000000000}"/>
          </ac:grpSpMkLst>
        </pc:grpChg>
        <pc:picChg chg="add mod">
          <ac:chgData name="Shraddha Wadnere" userId="dd5e5c19085272f0" providerId="LiveId" clId="{DD8B0AB2-91B1-4764-B50D-B99802BAE8DE}" dt="2026-01-10T14:54:11.631" v="21" actId="1076"/>
          <ac:picMkLst>
            <pc:docMk/>
            <pc:sldMk cId="0" sldId="263"/>
            <ac:picMk id="15" creationId="{643088A0-6109-FA61-437E-44FB34FD2F22}"/>
          </ac:picMkLst>
        </pc:picChg>
      </pc:sldChg>
      <pc:sldChg chg="addSp delSp modSp mod">
        <pc:chgData name="Shraddha Wadnere" userId="dd5e5c19085272f0" providerId="LiveId" clId="{DD8B0AB2-91B1-4764-B50D-B99802BAE8DE}" dt="2026-01-10T16:10:09.784" v="270" actId="14100"/>
        <pc:sldMkLst>
          <pc:docMk/>
          <pc:sldMk cId="0" sldId="264"/>
        </pc:sldMkLst>
        <pc:grpChg chg="del">
          <ac:chgData name="Shraddha Wadnere" userId="dd5e5c19085272f0" providerId="LiveId" clId="{DD8B0AB2-91B1-4764-B50D-B99802BAE8DE}" dt="2026-01-10T16:07:48.923" v="264" actId="21"/>
          <ac:grpSpMkLst>
            <pc:docMk/>
            <pc:sldMk cId="0" sldId="264"/>
            <ac:grpSpMk id="8" creationId="{00000000-0000-0000-0000-000000000000}"/>
          </ac:grpSpMkLst>
        </pc:grpChg>
        <pc:picChg chg="add mod">
          <ac:chgData name="Shraddha Wadnere" userId="dd5e5c19085272f0" providerId="LiveId" clId="{DD8B0AB2-91B1-4764-B50D-B99802BAE8DE}" dt="2026-01-10T16:10:09.784" v="270" actId="14100"/>
          <ac:picMkLst>
            <pc:docMk/>
            <pc:sldMk cId="0" sldId="264"/>
            <ac:picMk id="11" creationId="{E05C69B3-812B-F30B-E11C-A0281A14007D}"/>
          </ac:picMkLst>
        </pc:picChg>
      </pc:sldChg>
      <pc:sldChg chg="addSp delSp modSp mod">
        <pc:chgData name="Shraddha Wadnere" userId="dd5e5c19085272f0" providerId="LiveId" clId="{DD8B0AB2-91B1-4764-B50D-B99802BAE8DE}" dt="2026-01-10T16:34:03.029" v="276" actId="1076"/>
        <pc:sldMkLst>
          <pc:docMk/>
          <pc:sldMk cId="0" sldId="265"/>
        </pc:sldMkLst>
        <pc:grpChg chg="del">
          <ac:chgData name="Shraddha Wadnere" userId="dd5e5c19085272f0" providerId="LiveId" clId="{DD8B0AB2-91B1-4764-B50D-B99802BAE8DE}" dt="2026-01-10T16:30:51.694" v="271" actId="21"/>
          <ac:grpSpMkLst>
            <pc:docMk/>
            <pc:sldMk cId="0" sldId="265"/>
            <ac:grpSpMk id="8" creationId="{00000000-0000-0000-0000-000000000000}"/>
          </ac:grpSpMkLst>
        </pc:grpChg>
        <pc:picChg chg="add mod">
          <ac:chgData name="Shraddha Wadnere" userId="dd5e5c19085272f0" providerId="LiveId" clId="{DD8B0AB2-91B1-4764-B50D-B99802BAE8DE}" dt="2026-01-10T16:34:03.029" v="276" actId="1076"/>
          <ac:picMkLst>
            <pc:docMk/>
            <pc:sldMk cId="0" sldId="265"/>
            <ac:picMk id="11" creationId="{B28F5AF5-8380-EE31-10A8-83335224B683}"/>
          </ac:picMkLst>
        </pc:picChg>
      </pc:sldChg>
      <pc:sldChg chg="delSp modSp mod">
        <pc:chgData name="Shraddha Wadnere" userId="dd5e5c19085272f0" providerId="LiveId" clId="{DD8B0AB2-91B1-4764-B50D-B99802BAE8DE}" dt="2026-01-10T16:48:27.436" v="321" actId="1076"/>
        <pc:sldMkLst>
          <pc:docMk/>
          <pc:sldMk cId="0" sldId="268"/>
        </pc:sldMkLst>
        <pc:spChg chg="mod">
          <ac:chgData name="Shraddha Wadnere" userId="dd5e5c19085272f0" providerId="LiveId" clId="{DD8B0AB2-91B1-4764-B50D-B99802BAE8DE}" dt="2026-01-10T16:47:06.905" v="282" actId="14100"/>
          <ac:spMkLst>
            <pc:docMk/>
            <pc:sldMk cId="0" sldId="268"/>
            <ac:spMk id="5" creationId="{00000000-0000-0000-0000-000000000000}"/>
          </ac:spMkLst>
        </pc:spChg>
        <pc:spChg chg="mod">
          <ac:chgData name="Shraddha Wadnere" userId="dd5e5c19085272f0" providerId="LiveId" clId="{DD8B0AB2-91B1-4764-B50D-B99802BAE8DE}" dt="2026-01-10T16:46:35.832" v="279" actId="20577"/>
          <ac:spMkLst>
            <pc:docMk/>
            <pc:sldMk cId="0" sldId="268"/>
            <ac:spMk id="6" creationId="{00000000-0000-0000-0000-000000000000}"/>
          </ac:spMkLst>
        </pc:spChg>
        <pc:spChg chg="del mod topLvl">
          <ac:chgData name="Shraddha Wadnere" userId="dd5e5c19085272f0" providerId="LiveId" clId="{DD8B0AB2-91B1-4764-B50D-B99802BAE8DE}" dt="2026-01-10T16:47:29.739" v="286" actId="478"/>
          <ac:spMkLst>
            <pc:docMk/>
            <pc:sldMk cId="0" sldId="268"/>
            <ac:spMk id="8" creationId="{00000000-0000-0000-0000-000000000000}"/>
          </ac:spMkLst>
        </pc:spChg>
        <pc:spChg chg="mod topLvl">
          <ac:chgData name="Shraddha Wadnere" userId="dd5e5c19085272f0" providerId="LiveId" clId="{DD8B0AB2-91B1-4764-B50D-B99802BAE8DE}" dt="2026-01-10T16:48:27.436" v="321" actId="1076"/>
          <ac:spMkLst>
            <pc:docMk/>
            <pc:sldMk cId="0" sldId="268"/>
            <ac:spMk id="9" creationId="{00000000-0000-0000-0000-000000000000}"/>
          </ac:spMkLst>
        </pc:spChg>
        <pc:spChg chg="del mod">
          <ac:chgData name="Shraddha Wadnere" userId="dd5e5c19085272f0" providerId="LiveId" clId="{DD8B0AB2-91B1-4764-B50D-B99802BAE8DE}" dt="2026-01-10T16:47:22.314" v="284" actId="478"/>
          <ac:spMkLst>
            <pc:docMk/>
            <pc:sldMk cId="0" sldId="268"/>
            <ac:spMk id="10" creationId="{00000000-0000-0000-0000-000000000000}"/>
          </ac:spMkLst>
        </pc:spChg>
        <pc:grpChg chg="mod">
          <ac:chgData name="Shraddha Wadnere" userId="dd5e5c19085272f0" providerId="LiveId" clId="{DD8B0AB2-91B1-4764-B50D-B99802BAE8DE}" dt="2026-01-10T16:46:24.640" v="278" actId="14100"/>
          <ac:grpSpMkLst>
            <pc:docMk/>
            <pc:sldMk cId="0" sldId="268"/>
            <ac:grpSpMk id="4" creationId="{00000000-0000-0000-0000-000000000000}"/>
          </ac:grpSpMkLst>
        </pc:grpChg>
        <pc:grpChg chg="del">
          <ac:chgData name="Shraddha Wadnere" userId="dd5e5c19085272f0" providerId="LiveId" clId="{DD8B0AB2-91B1-4764-B50D-B99802BAE8DE}" dt="2026-01-10T16:47:29.739" v="286" actId="478"/>
          <ac:grpSpMkLst>
            <pc:docMk/>
            <pc:sldMk cId="0" sldId="268"/>
            <ac:grpSpMk id="7"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sp>
      </p:grpSp>
      <p:sp>
        <p:nvSpPr>
          <p:cNvPr id="7" name="TextBox 7"/>
          <p:cNvSpPr txBox="1"/>
          <p:nvPr/>
        </p:nvSpPr>
        <p:spPr>
          <a:xfrm>
            <a:off x="381000" y="1181100"/>
            <a:ext cx="7410450" cy="3707490"/>
          </a:xfrm>
          <a:prstGeom prst="rect">
            <a:avLst/>
          </a:prstGeom>
        </p:spPr>
        <p:txBody>
          <a:bodyPr wrap="square" lIns="0" tIns="0" rIns="0" bIns="0" rtlCol="0" anchor="t">
            <a:spAutoFit/>
          </a:bodyPr>
          <a:lstStyle/>
          <a:p>
            <a:pPr marL="0" lvl="0" indent="0" algn="l">
              <a:lnSpc>
                <a:spcPts val="14400"/>
              </a:lnSpc>
            </a:pPr>
            <a:r>
              <a:rPr lang="en-US" sz="14400" spc="-288" dirty="0" err="1">
                <a:solidFill>
                  <a:srgbClr val="F2F6FA"/>
                </a:solidFill>
                <a:latin typeface="Noto Serif Display ExtraCondensed Light"/>
                <a:ea typeface="Noto Serif Display ExtraCondensed Light"/>
                <a:cs typeface="Noto Serif Display ExtraCondensed Light"/>
                <a:sym typeface="Noto Serif Display ExtraCondensed Light"/>
              </a:rPr>
              <a:t>AdventureWorks</a:t>
            </a:r>
            <a:endParaRPr lang="en-US" sz="14400" spc="-288" dirty="0">
              <a:solidFill>
                <a:srgbClr val="F2F6FA"/>
              </a:solidFill>
              <a:latin typeface="Noto Serif Display ExtraCondensed Light"/>
              <a:ea typeface="Noto Serif Display ExtraCondensed Light"/>
              <a:cs typeface="Noto Serif Display ExtraCondensed Light"/>
              <a:sym typeface="Noto Serif Display ExtraCondensed Light"/>
            </a:endParaRPr>
          </a:p>
        </p:txBody>
      </p:sp>
      <p:sp>
        <p:nvSpPr>
          <p:cNvPr id="8" name="AutoShape 8"/>
          <p:cNvSpPr/>
          <p:nvPr/>
        </p:nvSpPr>
        <p:spPr>
          <a:xfrm>
            <a:off x="0" y="676275"/>
            <a:ext cx="9296400" cy="0"/>
          </a:xfrm>
          <a:prstGeom prst="line">
            <a:avLst/>
          </a:prstGeom>
          <a:ln w="19050" cap="flat">
            <a:solidFill>
              <a:srgbClr val="F2F6FA"/>
            </a:solidFill>
            <a:prstDash val="solid"/>
            <a:headEnd type="none" w="sm" len="sm"/>
            <a:tailEnd type="none" w="sm" len="sm"/>
          </a:ln>
        </p:spPr>
      </p:sp>
      <p:sp>
        <p:nvSpPr>
          <p:cNvPr id="9" name="TextBox 8">
            <a:extLst>
              <a:ext uri="{FF2B5EF4-FFF2-40B4-BE49-F238E27FC236}">
                <a16:creationId xmlns:a16="http://schemas.microsoft.com/office/drawing/2014/main" id="{B47AB198-9FAF-3D41-2AAD-FBE926144D3C}"/>
              </a:ext>
            </a:extLst>
          </p:cNvPr>
          <p:cNvSpPr txBox="1"/>
          <p:nvPr/>
        </p:nvSpPr>
        <p:spPr>
          <a:xfrm>
            <a:off x="352697" y="5374908"/>
            <a:ext cx="4267200" cy="3970318"/>
          </a:xfrm>
          <a:prstGeom prst="rect">
            <a:avLst/>
          </a:prstGeom>
          <a:noFill/>
        </p:spPr>
        <p:txBody>
          <a:bodyPr wrap="square">
            <a:spAutoFit/>
          </a:bodyPr>
          <a:lstStyle/>
          <a:p>
            <a:r>
              <a:rPr lang="en-IN" sz="3600" dirty="0">
                <a:solidFill>
                  <a:schemeClr val="bg1">
                    <a:lumMod val="95000"/>
                  </a:schemeClr>
                </a:solidFill>
              </a:rPr>
              <a:t>Group No: 6 </a:t>
            </a:r>
          </a:p>
          <a:p>
            <a:endParaRPr lang="en-IN" sz="2400" dirty="0">
              <a:solidFill>
                <a:schemeClr val="bg1">
                  <a:lumMod val="95000"/>
                </a:schemeClr>
              </a:solidFill>
            </a:endParaRPr>
          </a:p>
          <a:p>
            <a:endParaRPr lang="en-IN" sz="2400" dirty="0">
              <a:solidFill>
                <a:schemeClr val="bg1">
                  <a:lumMod val="95000"/>
                </a:schemeClr>
              </a:solidFill>
            </a:endParaRPr>
          </a:p>
          <a:p>
            <a:r>
              <a:rPr lang="en-IN" sz="2400" dirty="0">
                <a:solidFill>
                  <a:schemeClr val="bg1">
                    <a:lumMod val="95000"/>
                  </a:schemeClr>
                </a:solidFill>
              </a:rPr>
              <a:t>Shraddha Wadnere		</a:t>
            </a:r>
          </a:p>
          <a:p>
            <a:r>
              <a:rPr lang="en-IN" sz="2400" dirty="0">
                <a:solidFill>
                  <a:schemeClr val="bg1">
                    <a:lumMod val="95000"/>
                  </a:schemeClr>
                </a:solidFill>
              </a:rPr>
              <a:t>Tilak Bhutada		</a:t>
            </a:r>
          </a:p>
          <a:p>
            <a:r>
              <a:rPr lang="en-IN" sz="2400" dirty="0" err="1">
                <a:solidFill>
                  <a:schemeClr val="bg1">
                    <a:lumMod val="95000"/>
                  </a:schemeClr>
                </a:solidFill>
              </a:rPr>
              <a:t>Bharatwaaj.RSM</a:t>
            </a:r>
            <a:r>
              <a:rPr lang="en-IN" sz="2400" dirty="0">
                <a:solidFill>
                  <a:schemeClr val="bg1">
                    <a:lumMod val="95000"/>
                  </a:schemeClr>
                </a:solidFill>
              </a:rPr>
              <a:t>		</a:t>
            </a:r>
          </a:p>
          <a:p>
            <a:r>
              <a:rPr lang="en-IN" sz="2400" dirty="0">
                <a:solidFill>
                  <a:schemeClr val="bg1">
                    <a:lumMod val="95000"/>
                  </a:schemeClr>
                </a:solidFill>
              </a:rPr>
              <a:t>Neela Sahithi		</a:t>
            </a:r>
          </a:p>
          <a:p>
            <a:r>
              <a:rPr lang="en-IN" sz="2400" dirty="0">
                <a:solidFill>
                  <a:schemeClr val="bg1">
                    <a:lumMod val="95000"/>
                  </a:schemeClr>
                </a:solidFill>
              </a:rPr>
              <a:t>Madhumitha Manda		</a:t>
            </a:r>
          </a:p>
          <a:p>
            <a:r>
              <a:rPr lang="en-IN" sz="2400" dirty="0">
                <a:solidFill>
                  <a:schemeClr val="bg1">
                    <a:lumMod val="95000"/>
                  </a:schemeClr>
                </a:solidFill>
              </a:rPr>
              <a:t>Bhumika </a:t>
            </a:r>
            <a:r>
              <a:rPr lang="en-IN" sz="2400" dirty="0" err="1">
                <a:solidFill>
                  <a:schemeClr val="bg1">
                    <a:lumMod val="95000"/>
                  </a:schemeClr>
                </a:solidFill>
              </a:rPr>
              <a:t>Talware</a:t>
            </a:r>
            <a:r>
              <a:rPr lang="en-IN" sz="2400" dirty="0">
                <a:solidFill>
                  <a:schemeClr val="bg1">
                    <a:lumMod val="95000"/>
                  </a:schemeClr>
                </a:solidFill>
              </a:rPr>
              <a:t>		</a:t>
            </a:r>
          </a:p>
          <a:p>
            <a:r>
              <a:rPr lang="en-IN" sz="2400" dirty="0" err="1">
                <a:solidFill>
                  <a:schemeClr val="bg1">
                    <a:lumMod val="95000"/>
                  </a:schemeClr>
                </a:solidFill>
              </a:rPr>
              <a:t>Karegoud</a:t>
            </a:r>
            <a:r>
              <a:rPr lang="en-IN" sz="2400" dirty="0">
                <a:solidFill>
                  <a:schemeClr val="bg1">
                    <a:lumMod val="95000"/>
                  </a:schemeClr>
                </a:solidFill>
              </a:rPr>
              <a:t> Indu Reddy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24A5F"/>
        </a:solidFill>
        <a:effectLst/>
      </p:bgPr>
    </p:bg>
    <p:spTree>
      <p:nvGrpSpPr>
        <p:cNvPr id="1" name=""/>
        <p:cNvGrpSpPr/>
        <p:nvPr/>
      </p:nvGrpSpPr>
      <p:grpSpPr>
        <a:xfrm>
          <a:off x="0" y="0"/>
          <a:ext cx="0" cy="0"/>
          <a:chOff x="0" y="0"/>
          <a:chExt cx="0" cy="0"/>
        </a:xfrm>
      </p:grpSpPr>
      <p:grpSp>
        <p:nvGrpSpPr>
          <p:cNvPr id="2" name="Group 2"/>
          <p:cNvGrpSpPr/>
          <p:nvPr/>
        </p:nvGrpSpPr>
        <p:grpSpPr>
          <a:xfrm>
            <a:off x="666750" y="1809301"/>
            <a:ext cx="12670155" cy="3859625"/>
            <a:chOff x="0" y="-2972398"/>
            <a:chExt cx="16893540" cy="1769745"/>
          </a:xfrm>
        </p:grpSpPr>
        <p:sp>
          <p:nvSpPr>
            <p:cNvPr id="3" name="TextBox 3"/>
            <p:cNvSpPr txBox="1"/>
            <p:nvPr/>
          </p:nvSpPr>
          <p:spPr>
            <a:xfrm>
              <a:off x="0" y="-2972398"/>
              <a:ext cx="16852900" cy="176974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Project Overview</a:t>
              </a:r>
            </a:p>
          </p:txBody>
        </p:sp>
        <p:sp>
          <p:nvSpPr>
            <p:cNvPr id="4" name="TextBox 4"/>
            <p:cNvSpPr txBox="1"/>
            <p:nvPr/>
          </p:nvSpPr>
          <p:spPr>
            <a:xfrm>
              <a:off x="40640" y="-2259604"/>
              <a:ext cx="16852900" cy="998982"/>
            </a:xfrm>
            <a:prstGeom prst="rect">
              <a:avLst/>
            </a:prstGeom>
          </p:spPr>
          <p:txBody>
            <a:bodyPr lIns="0" tIns="0" rIns="0" bIns="0" rtlCol="0" anchor="t">
              <a:spAutoFit/>
            </a:bodyPr>
            <a:lstStyle/>
            <a:p>
              <a:pPr lvl="0">
                <a:lnSpc>
                  <a:spcPts val="3359"/>
                </a:lnSpc>
              </a:pPr>
              <a:r>
                <a:rPr lang="en-US" sz="2799" b="1" dirty="0">
                  <a:solidFill>
                    <a:srgbClr val="F2F6FA"/>
                  </a:solidFill>
                  <a:latin typeface="HK Grotesk Semi-Bold"/>
                  <a:ea typeface="HK Grotesk Semi-Bold"/>
                  <a:cs typeface="HK Grotesk Semi-Bold"/>
                  <a:sym typeface="HK Grotesk Semi-Bold"/>
                </a:rPr>
                <a:t>project involved analyzing the Adventure Works dataset using Excel, SQL, Power BI, and Tableau. The workflow covered data cleaning, querying, modeling, and visualization to uncover key business insights. The analysis highlighted important trends, performance metrics, and customer behavior, enabling data-driven recommendations and strategic decision-making.  </a:t>
              </a:r>
              <a:endParaRPr lang="en-US" sz="2799" b="1" u="none" strike="noStrike" dirty="0">
                <a:solidFill>
                  <a:srgbClr val="F2F6FA"/>
                </a:solidFill>
                <a:latin typeface="HK Grotesk Semi-Bold"/>
                <a:ea typeface="HK Grotesk Semi-Bold"/>
                <a:cs typeface="HK Grotesk Semi-Bold"/>
                <a:sym typeface="HK Grotesk Semi-Bold"/>
              </a:endParaRPr>
            </a:p>
          </p:txBody>
        </p:sp>
      </p:grpSp>
      <p:sp>
        <p:nvSpPr>
          <p:cNvPr id="5" name="AutoShape 5"/>
          <p:cNvSpPr/>
          <p:nvPr/>
        </p:nvSpPr>
        <p:spPr>
          <a:xfrm>
            <a:off x="0" y="876300"/>
            <a:ext cx="18288000" cy="0"/>
          </a:xfrm>
          <a:prstGeom prst="line">
            <a:avLst/>
          </a:prstGeom>
          <a:ln w="19050" cap="flat">
            <a:solidFill>
              <a:srgbClr val="F2F6FA"/>
            </a:solidFill>
            <a:prstDash val="solid"/>
            <a:headEnd type="none" w="sm" len="sm"/>
            <a:tailEnd type="none" w="sm" len="sm"/>
          </a:ln>
        </p:spPr>
      </p:sp>
      <p:sp>
        <p:nvSpPr>
          <p:cNvPr id="6" name="AutoShape 6"/>
          <p:cNvSpPr/>
          <p:nvPr/>
        </p:nvSpPr>
        <p:spPr>
          <a:xfrm>
            <a:off x="0" y="9620250"/>
            <a:ext cx="18288000" cy="0"/>
          </a:xfrm>
          <a:prstGeom prst="line">
            <a:avLst/>
          </a:prstGeom>
          <a:ln w="19050" cap="flat">
            <a:solidFill>
              <a:srgbClr val="F2F6FA"/>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76A85"/>
        </a:solidFill>
        <a:effectLst/>
      </p:bgPr>
    </p:bg>
    <p:spTree>
      <p:nvGrpSpPr>
        <p:cNvPr id="1" name=""/>
        <p:cNvGrpSpPr/>
        <p:nvPr/>
      </p:nvGrpSpPr>
      <p:grpSpPr>
        <a:xfrm>
          <a:off x="0" y="0"/>
          <a:ext cx="0" cy="0"/>
          <a:chOff x="0" y="0"/>
          <a:chExt cx="0" cy="0"/>
        </a:xfrm>
      </p:grpSpPr>
      <p:grpSp>
        <p:nvGrpSpPr>
          <p:cNvPr id="2" name="Group 2"/>
          <p:cNvGrpSpPr/>
          <p:nvPr/>
        </p:nvGrpSpPr>
        <p:grpSpPr>
          <a:xfrm>
            <a:off x="7010400" y="1057275"/>
            <a:ext cx="4010025" cy="3267075"/>
            <a:chOff x="0" y="0"/>
            <a:chExt cx="5346700" cy="4356100"/>
          </a:xfrm>
        </p:grpSpPr>
        <p:sp>
          <p:nvSpPr>
            <p:cNvPr id="3" name="TextBox 3"/>
            <p:cNvSpPr txBox="1"/>
            <p:nvPr/>
          </p:nvSpPr>
          <p:spPr>
            <a:xfrm>
              <a:off x="0" y="0"/>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dirty="0">
                  <a:solidFill>
                    <a:srgbClr val="F2F6FA"/>
                  </a:solidFill>
                  <a:latin typeface="HK Grotesk Semi-Bold"/>
                  <a:ea typeface="HK Grotesk Semi-Bold"/>
                  <a:cs typeface="HK Grotesk Semi-Bold"/>
                  <a:sym typeface="HK Grotesk Semi-Bold"/>
                </a:rPr>
                <a:t>Excel</a:t>
              </a:r>
            </a:p>
          </p:txBody>
        </p:sp>
        <p:sp>
          <p:nvSpPr>
            <p:cNvPr id="4" name="TextBox 4"/>
            <p:cNvSpPr txBox="1"/>
            <p:nvPr/>
          </p:nvSpPr>
          <p:spPr>
            <a:xfrm>
              <a:off x="0" y="1235075"/>
              <a:ext cx="5346700" cy="3121025"/>
            </a:xfrm>
            <a:prstGeom prst="rect">
              <a:avLst/>
            </a:prstGeom>
          </p:spPr>
          <p:txBody>
            <a:bodyPr lIns="0" tIns="0" rIns="0" bIns="0" rtlCol="0" anchor="t">
              <a:spAutoFit/>
            </a:bodyPr>
            <a:lstStyle/>
            <a:p>
              <a:pPr marL="0" lvl="0" indent="0" algn="l">
                <a:lnSpc>
                  <a:spcPts val="2627"/>
                </a:lnSpc>
                <a:spcBef>
                  <a:spcPct val="0"/>
                </a:spcBef>
              </a:pPr>
              <a:r>
                <a:rPr lang="en-US" sz="2190" u="none" strike="noStrike" dirty="0">
                  <a:solidFill>
                    <a:srgbClr val="F2F6FA"/>
                  </a:solidFill>
                  <a:latin typeface="HK Grotesk"/>
                  <a:ea typeface="HK Grotesk"/>
                  <a:cs typeface="HK Grotesk"/>
                  <a:sym typeface="HK Grotesk"/>
                </a:rPr>
                <a:t>Excel is crucial for data manipulation, enabling users to perform calculations, create pivot tables, and visualize data trends effectively. Its user-friendly interface supports extensive data analysis tasks.</a:t>
              </a:r>
            </a:p>
          </p:txBody>
        </p:sp>
      </p:grpSp>
      <p:grpSp>
        <p:nvGrpSpPr>
          <p:cNvPr id="5" name="Group 5"/>
          <p:cNvGrpSpPr/>
          <p:nvPr/>
        </p:nvGrpSpPr>
        <p:grpSpPr>
          <a:xfrm>
            <a:off x="6986451" y="5418007"/>
            <a:ext cx="4033974" cy="3280172"/>
            <a:chOff x="0" y="20637"/>
            <a:chExt cx="5378632" cy="4373563"/>
          </a:xfrm>
        </p:grpSpPr>
        <p:sp>
          <p:nvSpPr>
            <p:cNvPr id="6" name="TextBox 6"/>
            <p:cNvSpPr txBox="1"/>
            <p:nvPr/>
          </p:nvSpPr>
          <p:spPr>
            <a:xfrm>
              <a:off x="31932" y="20637"/>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dirty="0">
                  <a:solidFill>
                    <a:srgbClr val="F2F6FA"/>
                  </a:solidFill>
                  <a:latin typeface="HK Grotesk Semi-Bold"/>
                  <a:ea typeface="HK Grotesk Semi-Bold"/>
                  <a:cs typeface="HK Grotesk Semi-Bold"/>
                  <a:sym typeface="HK Grotesk Semi-Bold"/>
                </a:rPr>
                <a:t>SQL</a:t>
              </a:r>
            </a:p>
          </p:txBody>
        </p:sp>
        <p:sp>
          <p:nvSpPr>
            <p:cNvPr id="7" name="TextBox 7"/>
            <p:cNvSpPr txBox="1"/>
            <p:nvPr/>
          </p:nvSpPr>
          <p:spPr>
            <a:xfrm>
              <a:off x="0" y="1273175"/>
              <a:ext cx="5346700" cy="3121025"/>
            </a:xfrm>
            <a:prstGeom prst="rect">
              <a:avLst/>
            </a:prstGeom>
          </p:spPr>
          <p:txBody>
            <a:bodyPr lIns="0" tIns="0" rIns="0" bIns="0" rtlCol="0" anchor="t">
              <a:spAutoFit/>
            </a:bodyPr>
            <a:lstStyle/>
            <a:p>
              <a:pPr marL="0" lvl="0" indent="0" algn="l">
                <a:lnSpc>
                  <a:spcPts val="2627"/>
                </a:lnSpc>
                <a:spcBef>
                  <a:spcPct val="0"/>
                </a:spcBef>
              </a:pPr>
              <a:r>
                <a:rPr lang="en-US" sz="2190" u="none" strike="noStrike" dirty="0">
                  <a:solidFill>
                    <a:srgbClr val="F2F6FA"/>
                  </a:solidFill>
                  <a:latin typeface="HK Grotesk"/>
                  <a:ea typeface="HK Grotesk"/>
                  <a:cs typeface="HK Grotesk"/>
                  <a:sym typeface="HK Grotesk"/>
                </a:rPr>
                <a:t>SQL is vital for querying databases, allowing users to extract, manipulate, and analyze datasets efficiently. It provides structured access to large volumes of data stored in relational databases.</a:t>
              </a:r>
            </a:p>
          </p:txBody>
        </p:sp>
      </p:grpSp>
      <p:grpSp>
        <p:nvGrpSpPr>
          <p:cNvPr id="11" name="Group 11"/>
          <p:cNvGrpSpPr/>
          <p:nvPr/>
        </p:nvGrpSpPr>
        <p:grpSpPr>
          <a:xfrm>
            <a:off x="538162" y="1292134"/>
            <a:ext cx="16954500" cy="2209800"/>
            <a:chOff x="0" y="0"/>
            <a:chExt cx="22606000" cy="2946400"/>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Tools Used</a:t>
              </a:r>
            </a:p>
          </p:txBody>
        </p:sp>
        <p:sp>
          <p:nvSpPr>
            <p:cNvPr id="13" name="TextBox 13"/>
            <p:cNvSpPr txBox="1"/>
            <p:nvPr/>
          </p:nvSpPr>
          <p:spPr>
            <a:xfrm>
              <a:off x="0" y="2387600"/>
              <a:ext cx="22606000" cy="558800"/>
            </a:xfrm>
            <a:prstGeom prst="rect">
              <a:avLst/>
            </a:prstGeom>
          </p:spPr>
          <p:txBody>
            <a:bodyPr lIns="0" tIns="0" rIns="0" bIns="0" rtlCol="0" anchor="t">
              <a:spAutoFit/>
            </a:bodyPr>
            <a:lstStyle/>
            <a:p>
              <a:pPr marL="0" lvl="0" indent="0" algn="l">
                <a:lnSpc>
                  <a:spcPts val="3359"/>
                </a:lnSpc>
              </a:pPr>
              <a:r>
                <a:rPr lang="en-US" sz="2799" b="1" u="none" strike="noStrike" dirty="0">
                  <a:solidFill>
                    <a:srgbClr val="F2F6FA"/>
                  </a:solidFill>
                  <a:latin typeface="HK Grotesk Semi-Bold"/>
                  <a:ea typeface="HK Grotesk Semi-Bold"/>
                  <a:cs typeface="HK Grotesk Semi-Bold"/>
                  <a:sym typeface="HK Grotesk Semi-Bold"/>
                </a:rPr>
                <a:t>Essential software for data analytics</a:t>
              </a:r>
            </a:p>
          </p:txBody>
        </p:sp>
      </p:grpSp>
      <p:sp>
        <p:nvSpPr>
          <p:cNvPr id="14" name="AutoShape 14"/>
          <p:cNvSpPr/>
          <p:nvPr/>
        </p:nvSpPr>
        <p:spPr>
          <a:xfrm>
            <a:off x="0" y="676275"/>
            <a:ext cx="18288000" cy="0"/>
          </a:xfrm>
          <a:prstGeom prst="line">
            <a:avLst/>
          </a:prstGeom>
          <a:ln w="19050" cap="flat">
            <a:solidFill>
              <a:srgbClr val="F2F6FA"/>
            </a:solidFill>
            <a:prstDash val="solid"/>
            <a:headEnd type="none" w="sm" len="sm"/>
            <a:tailEnd type="none" w="sm" len="sm"/>
          </a:ln>
        </p:spPr>
      </p:sp>
      <p:sp>
        <p:nvSpPr>
          <p:cNvPr id="15" name="AutoShape 15"/>
          <p:cNvSpPr/>
          <p:nvPr/>
        </p:nvSpPr>
        <p:spPr>
          <a:xfrm>
            <a:off x="0" y="9629775"/>
            <a:ext cx="18288000" cy="0"/>
          </a:xfrm>
          <a:prstGeom prst="line">
            <a:avLst/>
          </a:prstGeom>
          <a:ln w="19050" cap="flat">
            <a:solidFill>
              <a:srgbClr val="F2F6FA"/>
            </a:solidFill>
            <a:prstDash val="solid"/>
            <a:headEnd type="none" w="sm" len="sm"/>
            <a:tailEnd type="none" w="sm" len="sm"/>
          </a:ln>
        </p:spPr>
      </p:sp>
      <p:sp>
        <p:nvSpPr>
          <p:cNvPr id="18" name="TextBox 10">
            <a:extLst>
              <a:ext uri="{FF2B5EF4-FFF2-40B4-BE49-F238E27FC236}">
                <a16:creationId xmlns:a16="http://schemas.microsoft.com/office/drawing/2014/main" id="{41A68517-73EA-42E5-BC61-C984C4F06498}"/>
              </a:ext>
            </a:extLst>
          </p:cNvPr>
          <p:cNvSpPr txBox="1"/>
          <p:nvPr/>
        </p:nvSpPr>
        <p:spPr>
          <a:xfrm>
            <a:off x="12420600" y="6392642"/>
            <a:ext cx="4010025" cy="1667957"/>
          </a:xfrm>
          <a:prstGeom prst="rect">
            <a:avLst/>
          </a:prstGeom>
        </p:spPr>
        <p:txBody>
          <a:bodyPr lIns="0" tIns="0" rIns="0" bIns="0" rtlCol="0" anchor="t">
            <a:spAutoFit/>
          </a:bodyPr>
          <a:lstStyle/>
          <a:p>
            <a:pPr lvl="0">
              <a:lnSpc>
                <a:spcPts val="2627"/>
              </a:lnSpc>
              <a:spcBef>
                <a:spcPct val="0"/>
              </a:spcBef>
            </a:pPr>
            <a:r>
              <a:rPr lang="en-US" sz="2190" dirty="0">
                <a:solidFill>
                  <a:srgbClr val="F2F6FA"/>
                </a:solidFill>
                <a:latin typeface="HK Grotesk"/>
                <a:ea typeface="HK Grotesk"/>
                <a:cs typeface="HK Grotesk"/>
                <a:sym typeface="HK Grotesk"/>
              </a:rPr>
              <a:t>Tableau is used to create interactive dashboards and visually present insights, helping to identify trends and patterns in the data clearly.</a:t>
            </a:r>
            <a:endParaRPr lang="en-US" sz="2190" u="none" strike="noStrike" dirty="0">
              <a:solidFill>
                <a:srgbClr val="F2F6FA"/>
              </a:solidFill>
              <a:latin typeface="HK Grotesk"/>
              <a:ea typeface="HK Grotesk"/>
              <a:cs typeface="HK Grotesk"/>
              <a:sym typeface="HK Grotesk"/>
            </a:endParaRPr>
          </a:p>
        </p:txBody>
      </p:sp>
      <p:sp>
        <p:nvSpPr>
          <p:cNvPr id="20" name="TextBox 9">
            <a:extLst>
              <a:ext uri="{FF2B5EF4-FFF2-40B4-BE49-F238E27FC236}">
                <a16:creationId xmlns:a16="http://schemas.microsoft.com/office/drawing/2014/main" id="{7565F5F2-806B-4C4B-E6A3-DAFD0D202D57}"/>
              </a:ext>
            </a:extLst>
          </p:cNvPr>
          <p:cNvSpPr txBox="1"/>
          <p:nvPr/>
        </p:nvSpPr>
        <p:spPr>
          <a:xfrm>
            <a:off x="12420599" y="5428579"/>
            <a:ext cx="4010025" cy="434606"/>
          </a:xfrm>
          <a:prstGeom prst="rect">
            <a:avLst/>
          </a:prstGeom>
        </p:spPr>
        <p:txBody>
          <a:bodyPr lIns="0" tIns="0" rIns="0" bIns="0" rtlCol="0" anchor="t">
            <a:spAutoFit/>
          </a:bodyPr>
          <a:lstStyle/>
          <a:p>
            <a:pPr marL="0" lvl="0" indent="0" algn="l">
              <a:lnSpc>
                <a:spcPts val="3359"/>
              </a:lnSpc>
              <a:spcBef>
                <a:spcPct val="0"/>
              </a:spcBef>
            </a:pPr>
            <a:r>
              <a:rPr lang="en-US" sz="2799" b="1" dirty="0">
                <a:solidFill>
                  <a:srgbClr val="F2F6FA"/>
                </a:solidFill>
                <a:latin typeface="HK Grotesk Semi-Bold"/>
                <a:ea typeface="HK Grotesk Semi-Bold"/>
                <a:cs typeface="HK Grotesk Semi-Bold"/>
                <a:sym typeface="HK Grotesk Semi-Bold"/>
              </a:rPr>
              <a:t>Tableau</a:t>
            </a:r>
            <a:endParaRPr lang="en-US" sz="2799" b="1" u="none" strike="noStrike" dirty="0">
              <a:solidFill>
                <a:srgbClr val="F2F6FA"/>
              </a:solidFill>
              <a:latin typeface="HK Grotesk Semi-Bold"/>
              <a:ea typeface="HK Grotesk Semi-Bold"/>
              <a:cs typeface="HK Grotesk Semi-Bold"/>
              <a:sym typeface="HK Grotesk Semi-Bold"/>
            </a:endParaRPr>
          </a:p>
        </p:txBody>
      </p:sp>
      <p:grpSp>
        <p:nvGrpSpPr>
          <p:cNvPr id="22" name="Group 8">
            <a:extLst>
              <a:ext uri="{FF2B5EF4-FFF2-40B4-BE49-F238E27FC236}">
                <a16:creationId xmlns:a16="http://schemas.microsoft.com/office/drawing/2014/main" id="{176F3232-C587-35DB-EF8D-95A006B64CE3}"/>
              </a:ext>
            </a:extLst>
          </p:cNvPr>
          <p:cNvGrpSpPr/>
          <p:nvPr/>
        </p:nvGrpSpPr>
        <p:grpSpPr>
          <a:xfrm>
            <a:off x="1330102" y="5418007"/>
            <a:ext cx="4016556" cy="3171162"/>
            <a:chOff x="4064000" y="2194809"/>
            <a:chExt cx="5355408" cy="4228216"/>
          </a:xfrm>
        </p:grpSpPr>
        <p:sp>
          <p:nvSpPr>
            <p:cNvPr id="23" name="TextBox 9">
              <a:extLst>
                <a:ext uri="{FF2B5EF4-FFF2-40B4-BE49-F238E27FC236}">
                  <a16:creationId xmlns:a16="http://schemas.microsoft.com/office/drawing/2014/main" id="{B9190C88-3084-CE1E-940A-1EC7D6C53B41}"/>
                </a:ext>
              </a:extLst>
            </p:cNvPr>
            <p:cNvSpPr txBox="1"/>
            <p:nvPr/>
          </p:nvSpPr>
          <p:spPr>
            <a:xfrm>
              <a:off x="4064000" y="2194809"/>
              <a:ext cx="5346700" cy="558800"/>
            </a:xfrm>
            <a:prstGeom prst="rect">
              <a:avLst/>
            </a:prstGeom>
          </p:spPr>
          <p:txBody>
            <a:bodyPr lIns="0" tIns="0" rIns="0" bIns="0" rtlCol="0" anchor="t">
              <a:spAutoFit/>
            </a:bodyPr>
            <a:lstStyle/>
            <a:p>
              <a:pPr marL="0" lvl="0" indent="0" algn="l">
                <a:lnSpc>
                  <a:spcPts val="3359"/>
                </a:lnSpc>
                <a:spcBef>
                  <a:spcPct val="0"/>
                </a:spcBef>
              </a:pPr>
              <a:r>
                <a:rPr lang="en-US" sz="2799" b="1" u="none" strike="noStrike" dirty="0">
                  <a:solidFill>
                    <a:srgbClr val="F2F6FA"/>
                  </a:solidFill>
                  <a:latin typeface="HK Grotesk Semi-Bold"/>
                  <a:ea typeface="HK Grotesk Semi-Bold"/>
                  <a:cs typeface="HK Grotesk Semi-Bold"/>
                  <a:sym typeface="HK Grotesk Semi-Bold"/>
                </a:rPr>
                <a:t>Power BI</a:t>
              </a:r>
            </a:p>
          </p:txBody>
        </p:sp>
        <p:sp>
          <p:nvSpPr>
            <p:cNvPr id="24" name="TextBox 10">
              <a:extLst>
                <a:ext uri="{FF2B5EF4-FFF2-40B4-BE49-F238E27FC236}">
                  <a16:creationId xmlns:a16="http://schemas.microsoft.com/office/drawing/2014/main" id="{3724FD2F-F4CD-EE1A-4DD9-029A30A27742}"/>
                </a:ext>
              </a:extLst>
            </p:cNvPr>
            <p:cNvSpPr txBox="1"/>
            <p:nvPr/>
          </p:nvSpPr>
          <p:spPr>
            <a:xfrm>
              <a:off x="4072708" y="3302000"/>
              <a:ext cx="5346700" cy="3121025"/>
            </a:xfrm>
            <a:prstGeom prst="rect">
              <a:avLst/>
            </a:prstGeom>
          </p:spPr>
          <p:txBody>
            <a:bodyPr lIns="0" tIns="0" rIns="0" bIns="0" rtlCol="0" anchor="t">
              <a:spAutoFit/>
            </a:bodyPr>
            <a:lstStyle/>
            <a:p>
              <a:pPr marL="0" lvl="0" indent="0" algn="l">
                <a:lnSpc>
                  <a:spcPts val="2627"/>
                </a:lnSpc>
                <a:spcBef>
                  <a:spcPct val="0"/>
                </a:spcBef>
              </a:pPr>
              <a:r>
                <a:rPr lang="en-US" sz="2190" u="none" strike="noStrike" dirty="0">
                  <a:solidFill>
                    <a:srgbClr val="F2F6FA"/>
                  </a:solidFill>
                  <a:latin typeface="HK Grotesk"/>
                  <a:ea typeface="HK Grotesk"/>
                  <a:cs typeface="HK Grotesk"/>
                  <a:sym typeface="HK Grotesk"/>
                </a:rPr>
                <a:t>Power BI enhances data visualization by transforming raw data into interactive dashboards and reports. It enables users to uncover insights through dynamic visual representations and real-time data analysis.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Data Workflow</a:t>
            </a:r>
          </a:p>
        </p:txBody>
      </p:sp>
      <p:grpSp>
        <p:nvGrpSpPr>
          <p:cNvPr id="3" name="Group 3"/>
          <p:cNvGrpSpPr/>
          <p:nvPr/>
        </p:nvGrpSpPr>
        <p:grpSpPr>
          <a:xfrm>
            <a:off x="666750" y="6210300"/>
            <a:ext cx="5448300" cy="2514600"/>
            <a:chOff x="0" y="0"/>
            <a:chExt cx="7264400" cy="33528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Process Overview</a:t>
              </a:r>
            </a:p>
          </p:txBody>
        </p:sp>
        <p:sp>
          <p:nvSpPr>
            <p:cNvPr id="5" name="TextBox 5"/>
            <p:cNvSpPr txBox="1"/>
            <p:nvPr/>
          </p:nvSpPr>
          <p:spPr>
            <a:xfrm>
              <a:off x="0" y="939800"/>
              <a:ext cx="72644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2F6FA"/>
                  </a:solidFill>
                  <a:latin typeface="HK Grotesk"/>
                  <a:ea typeface="HK Grotesk"/>
                  <a:cs typeface="HK Grotesk"/>
                  <a:sym typeface="HK Grotesk"/>
                </a:rPr>
                <a:t>This visual flow diagram illustrates the sequential steps of data analysis using the Adventure Works dataset, highlighting the transition from Excel to SQL, then Power BI, and finally Tableau.</a:t>
              </a:r>
            </a:p>
          </p:txBody>
        </p:sp>
      </p:gr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pic>
        <p:nvPicPr>
          <p:cNvPr id="11" name="Picture 10">
            <a:extLst>
              <a:ext uri="{FF2B5EF4-FFF2-40B4-BE49-F238E27FC236}">
                <a16:creationId xmlns:a16="http://schemas.microsoft.com/office/drawing/2014/main" id="{00156A3A-1DA5-711F-5438-E93B40FAE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676275"/>
            <a:ext cx="9753600" cy="89534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24A5F"/>
        </a:solidFill>
        <a:effectLst/>
      </p:bgPr>
    </p:bg>
    <p:spTree>
      <p:nvGrpSpPr>
        <p:cNvPr id="1" name=""/>
        <p:cNvGrpSpPr/>
        <p:nvPr/>
      </p:nvGrpSpPr>
      <p:grpSpPr>
        <a:xfrm>
          <a:off x="0" y="0"/>
          <a:ext cx="0" cy="0"/>
          <a:chOff x="0" y="0"/>
          <a:chExt cx="0" cy="0"/>
        </a:xfrm>
      </p:grpSpPr>
      <p:sp>
        <p:nvSpPr>
          <p:cNvPr id="2" name="TextBox 2"/>
          <p:cNvSpPr txBox="1"/>
          <p:nvPr/>
        </p:nvSpPr>
        <p:spPr>
          <a:xfrm>
            <a:off x="666750" y="1076488"/>
            <a:ext cx="5448300" cy="4933787"/>
          </a:xfrm>
          <a:prstGeom prst="rect">
            <a:avLst/>
          </a:prstGeom>
        </p:spPr>
        <p:txBody>
          <a:bodyPr lIns="0" tIns="0" rIns="0" bIns="0" rtlCol="0" anchor="t">
            <a:spAutoFit/>
          </a:bodyPr>
          <a:lstStyle/>
          <a:p>
            <a:pPr marL="0" lvl="0" indent="0" algn="l">
              <a:lnSpc>
                <a:spcPts val="9600"/>
              </a:lnSpc>
            </a:pPr>
            <a:r>
              <a:rPr lang="en-US" sz="9600" spc="-192" dirty="0">
                <a:solidFill>
                  <a:srgbClr val="F2F6FA"/>
                </a:solidFill>
                <a:latin typeface="Noto Serif Display ExtraCondensed Light"/>
                <a:ea typeface="Noto Serif Display ExtraCondensed Light"/>
                <a:cs typeface="Noto Serif Display ExtraCondensed Light"/>
                <a:sym typeface="Noto Serif Display ExtraCondensed Light"/>
              </a:rPr>
              <a:t>Excel Data Cleaning and Dashboard</a:t>
            </a:r>
          </a:p>
        </p:txBody>
      </p:sp>
      <p:grpSp>
        <p:nvGrpSpPr>
          <p:cNvPr id="3" name="Group 3"/>
          <p:cNvGrpSpPr/>
          <p:nvPr/>
        </p:nvGrpSpPr>
        <p:grpSpPr>
          <a:xfrm>
            <a:off x="666750" y="6210300"/>
            <a:ext cx="5448300" cy="2514600"/>
            <a:chOff x="0" y="0"/>
            <a:chExt cx="7264400" cy="33528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Key Steps</a:t>
              </a:r>
            </a:p>
          </p:txBody>
        </p:sp>
        <p:sp>
          <p:nvSpPr>
            <p:cNvPr id="5" name="TextBox 5"/>
            <p:cNvSpPr txBox="1"/>
            <p:nvPr/>
          </p:nvSpPr>
          <p:spPr>
            <a:xfrm>
              <a:off x="0" y="939800"/>
              <a:ext cx="72644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2F6FA"/>
                  </a:solidFill>
                  <a:latin typeface="HK Grotesk"/>
                  <a:ea typeface="HK Grotesk"/>
                  <a:cs typeface="HK Grotesk"/>
                  <a:sym typeface="HK Grotesk"/>
                </a:rPr>
                <a:t>The data cleaning process involved </a:t>
              </a:r>
              <a:r>
                <a:rPr lang="en-US" sz="2400" b="1" u="none" strike="noStrike">
                  <a:solidFill>
                    <a:srgbClr val="F2F6FA"/>
                  </a:solidFill>
                  <a:latin typeface="HK Grotesk Bold"/>
                  <a:ea typeface="HK Grotesk Bold"/>
                  <a:cs typeface="HK Grotesk Bold"/>
                  <a:sym typeface="HK Grotesk Bold"/>
                </a:rPr>
                <a:t>removing duplicates</a:t>
              </a:r>
              <a:r>
                <a:rPr lang="en-US" sz="2400" u="none" strike="noStrike">
                  <a:solidFill>
                    <a:srgbClr val="F2F6FA"/>
                  </a:solidFill>
                  <a:latin typeface="HK Grotesk"/>
                  <a:ea typeface="HK Grotesk"/>
                  <a:cs typeface="HK Grotesk"/>
                  <a:sym typeface="HK Grotesk"/>
                </a:rPr>
                <a:t> and ensuring proper formatting to maintain accuracy and integrity, preparing it for further analysis and visualization.</a:t>
              </a:r>
            </a:p>
          </p:txBody>
        </p:sp>
      </p:gr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pic>
        <p:nvPicPr>
          <p:cNvPr id="11" name="Picture 10">
            <a:extLst>
              <a:ext uri="{FF2B5EF4-FFF2-40B4-BE49-F238E27FC236}">
                <a16:creationId xmlns:a16="http://schemas.microsoft.com/office/drawing/2014/main" id="{E0F7BABF-8228-E23F-4CC6-F9BCAE5869C7}"/>
              </a:ext>
            </a:extLst>
          </p:cNvPr>
          <p:cNvPicPr>
            <a:picLocks noChangeAspect="1"/>
          </p:cNvPicPr>
          <p:nvPr/>
        </p:nvPicPr>
        <p:blipFill>
          <a:blip r:embed="rId2"/>
          <a:stretch>
            <a:fillRect/>
          </a:stretch>
        </p:blipFill>
        <p:spPr>
          <a:xfrm>
            <a:off x="6934200" y="676275"/>
            <a:ext cx="11125200" cy="89344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76A85"/>
        </a:solidFill>
        <a:effectLst/>
      </p:bgPr>
    </p:bg>
    <p:spTree>
      <p:nvGrpSpPr>
        <p:cNvPr id="1" name=""/>
        <p:cNvGrpSpPr/>
        <p:nvPr/>
      </p:nvGrpSpPr>
      <p:grpSpPr>
        <a:xfrm>
          <a:off x="0" y="0"/>
          <a:ext cx="0" cy="0"/>
          <a:chOff x="0" y="0"/>
          <a:chExt cx="0" cy="0"/>
        </a:xfrm>
      </p:grpSpPr>
      <p:grpSp>
        <p:nvGrpSpPr>
          <p:cNvPr id="2" name="Group 2"/>
          <p:cNvGrpSpPr/>
          <p:nvPr/>
        </p:nvGrpSpPr>
        <p:grpSpPr>
          <a:xfrm>
            <a:off x="666749" y="1697831"/>
            <a:ext cx="6886576" cy="2088072"/>
            <a:chOff x="-1" y="180975"/>
            <a:chExt cx="9182101" cy="2784096"/>
          </a:xfrm>
        </p:grpSpPr>
        <p:sp>
          <p:nvSpPr>
            <p:cNvPr id="3" name="TextBox 3"/>
            <p:cNvSpPr txBox="1"/>
            <p:nvPr/>
          </p:nvSpPr>
          <p:spPr>
            <a:xfrm>
              <a:off x="0" y="180975"/>
              <a:ext cx="9182100" cy="1653957"/>
            </a:xfrm>
            <a:prstGeom prst="rect">
              <a:avLst/>
            </a:prstGeom>
          </p:spPr>
          <p:txBody>
            <a:bodyPr lIns="0" tIns="0" rIns="0" bIns="0" rtlCol="0" anchor="t">
              <a:spAutoFit/>
            </a:bodyPr>
            <a:lstStyle/>
            <a:p>
              <a:pPr marL="0" lvl="0" indent="0" algn="l">
                <a:lnSpc>
                  <a:spcPts val="9600"/>
                </a:lnSpc>
              </a:pPr>
              <a:r>
                <a:rPr lang="en-US" sz="9600" spc="-192" dirty="0">
                  <a:solidFill>
                    <a:srgbClr val="F2F6FA"/>
                  </a:solidFill>
                  <a:latin typeface="Noto Serif Display ExtraCondensed Light"/>
                  <a:ea typeface="Noto Serif Display ExtraCondensed Light"/>
                  <a:cs typeface="Noto Serif Display ExtraCondensed Light"/>
                  <a:sym typeface="Noto Serif Display ExtraCondensed Light"/>
                </a:rPr>
                <a:t>SQL Query </a:t>
              </a:r>
            </a:p>
          </p:txBody>
        </p:sp>
        <p:sp>
          <p:nvSpPr>
            <p:cNvPr id="4" name="TextBox 4"/>
            <p:cNvSpPr txBox="1"/>
            <p:nvPr/>
          </p:nvSpPr>
          <p:spPr>
            <a:xfrm>
              <a:off x="-1" y="2406271"/>
              <a:ext cx="9182100" cy="558800"/>
            </a:xfrm>
            <a:prstGeom prst="rect">
              <a:avLst/>
            </a:prstGeom>
          </p:spPr>
          <p:txBody>
            <a:bodyPr lIns="0" tIns="0" rIns="0" bIns="0" rtlCol="0" anchor="t">
              <a:spAutoFit/>
            </a:bodyPr>
            <a:lstStyle/>
            <a:p>
              <a:pPr marL="0" lvl="0" indent="0" algn="l">
                <a:lnSpc>
                  <a:spcPts val="3359"/>
                </a:lnSpc>
              </a:pPr>
              <a:r>
                <a:rPr lang="en-US" sz="2799" b="1" u="none" strike="noStrike" dirty="0">
                  <a:solidFill>
                    <a:srgbClr val="F2F6FA"/>
                  </a:solidFill>
                  <a:latin typeface="HK Grotesk Semi-Bold"/>
                  <a:ea typeface="HK Grotesk Semi-Bold"/>
                  <a:cs typeface="HK Grotesk Semi-Bold"/>
                  <a:sym typeface="HK Grotesk Semi-Bold"/>
                </a:rPr>
                <a:t>Analyzing data through SQL queries</a:t>
              </a:r>
            </a:p>
          </p:txBody>
        </p:sp>
      </p:grpSp>
      <p:sp>
        <p:nvSpPr>
          <p:cNvPr id="5" name="AutoShape 5"/>
          <p:cNvSpPr/>
          <p:nvPr/>
        </p:nvSpPr>
        <p:spPr>
          <a:xfrm>
            <a:off x="0" y="676275"/>
            <a:ext cx="18288000" cy="0"/>
          </a:xfrm>
          <a:prstGeom prst="line">
            <a:avLst/>
          </a:prstGeom>
          <a:ln w="19050" cap="flat">
            <a:solidFill>
              <a:srgbClr val="F2F6FA"/>
            </a:solidFill>
            <a:prstDash val="solid"/>
            <a:headEnd type="none" w="sm" len="sm"/>
            <a:tailEnd type="none" w="sm" len="sm"/>
          </a:ln>
        </p:spPr>
      </p:sp>
      <p:sp>
        <p:nvSpPr>
          <p:cNvPr id="6" name="AutoShape 6"/>
          <p:cNvSpPr/>
          <p:nvPr/>
        </p:nvSpPr>
        <p:spPr>
          <a:xfrm>
            <a:off x="0" y="9620250"/>
            <a:ext cx="18288000" cy="0"/>
          </a:xfrm>
          <a:prstGeom prst="line">
            <a:avLst/>
          </a:prstGeom>
          <a:ln w="19050" cap="flat">
            <a:solidFill>
              <a:srgbClr val="F2F6FA"/>
            </a:solidFill>
            <a:prstDash val="solid"/>
            <a:headEnd type="none" w="sm" len="sm"/>
            <a:tailEnd type="none" w="sm" len="sm"/>
          </a:ln>
        </p:spPr>
      </p:sp>
      <p:grpSp>
        <p:nvGrpSpPr>
          <p:cNvPr id="7" name="Group 7"/>
          <p:cNvGrpSpPr/>
          <p:nvPr/>
        </p:nvGrpSpPr>
        <p:grpSpPr>
          <a:xfrm>
            <a:off x="642800" y="4338353"/>
            <a:ext cx="6910524" cy="2014373"/>
            <a:chOff x="-31932" y="-2272411"/>
            <a:chExt cx="9214032" cy="2685831"/>
          </a:xfrm>
        </p:grpSpPr>
        <p:sp>
          <p:nvSpPr>
            <p:cNvPr id="8" name="TextBox 8"/>
            <p:cNvSpPr txBox="1"/>
            <p:nvPr/>
          </p:nvSpPr>
          <p:spPr>
            <a:xfrm>
              <a:off x="0" y="-2272411"/>
              <a:ext cx="91821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Query Purpose</a:t>
              </a:r>
            </a:p>
          </p:txBody>
        </p:sp>
        <p:sp>
          <p:nvSpPr>
            <p:cNvPr id="9" name="TextBox 9"/>
            <p:cNvSpPr txBox="1"/>
            <p:nvPr/>
          </p:nvSpPr>
          <p:spPr>
            <a:xfrm>
              <a:off x="-31932" y="-1516980"/>
              <a:ext cx="9182100" cy="1930400"/>
            </a:xfrm>
            <a:prstGeom prst="rect">
              <a:avLst/>
            </a:prstGeom>
          </p:spPr>
          <p:txBody>
            <a:bodyPr lIns="0" tIns="0" rIns="0" bIns="0" rtlCol="0" anchor="t">
              <a:spAutoFit/>
            </a:bodyPr>
            <a:lstStyle/>
            <a:p>
              <a:pPr marL="0" lvl="0" indent="0" algn="l">
                <a:lnSpc>
                  <a:spcPts val="2879"/>
                </a:lnSpc>
              </a:pPr>
              <a:r>
                <a:rPr lang="en-US" sz="2400" u="none" strike="noStrike" dirty="0">
                  <a:solidFill>
                    <a:srgbClr val="F2F6FA"/>
                  </a:solidFill>
                  <a:latin typeface="HK Grotesk"/>
                  <a:ea typeface="HK Grotesk"/>
                  <a:cs typeface="HK Grotesk"/>
                  <a:sym typeface="HK Grotesk"/>
                </a:rPr>
                <a:t>This SQL query is designed to extract specific data insights from the Adventure Works dataset, enabling effective analysis and visualization of key metrics that drive business decisions.</a:t>
              </a:r>
            </a:p>
          </p:txBody>
        </p:sp>
      </p:grpSp>
      <p:pic>
        <p:nvPicPr>
          <p:cNvPr id="11" name="Picture 10">
            <a:extLst>
              <a:ext uri="{FF2B5EF4-FFF2-40B4-BE49-F238E27FC236}">
                <a16:creationId xmlns:a16="http://schemas.microsoft.com/office/drawing/2014/main" id="{6C351397-1D82-CBA7-F902-999089F69F68}"/>
              </a:ext>
            </a:extLst>
          </p:cNvPr>
          <p:cNvPicPr>
            <a:picLocks noChangeAspect="1"/>
          </p:cNvPicPr>
          <p:nvPr/>
        </p:nvPicPr>
        <p:blipFill>
          <a:blip r:embed="rId2"/>
          <a:stretch>
            <a:fillRect/>
          </a:stretch>
        </p:blipFill>
        <p:spPr>
          <a:xfrm>
            <a:off x="7848600" y="1104905"/>
            <a:ext cx="9772650" cy="75437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1240468"/>
          </a:xfrm>
          <a:prstGeom prst="rect">
            <a:avLst/>
          </a:prstGeom>
        </p:spPr>
        <p:txBody>
          <a:bodyPr lIns="0" tIns="0" rIns="0" bIns="0" rtlCol="0" anchor="t">
            <a:spAutoFit/>
          </a:bodyPr>
          <a:lstStyle/>
          <a:p>
            <a:pPr marL="0" lvl="0" indent="0" algn="l">
              <a:lnSpc>
                <a:spcPts val="9600"/>
              </a:lnSpc>
            </a:pPr>
            <a:r>
              <a:rPr lang="en-US" sz="9600" spc="-192" dirty="0">
                <a:solidFill>
                  <a:srgbClr val="F2F6FA"/>
                </a:solidFill>
                <a:latin typeface="Noto Serif Display ExtraCondensed Light"/>
                <a:ea typeface="Noto Serif Display ExtraCondensed Light"/>
                <a:cs typeface="Noto Serif Display ExtraCondensed Light"/>
                <a:sym typeface="Noto Serif Display ExtraCondensed Light"/>
              </a:rPr>
              <a:t>SQL Query </a:t>
            </a:r>
          </a:p>
        </p:txBody>
      </p:sp>
      <p:sp>
        <p:nvSpPr>
          <p:cNvPr id="4" name="TextBox 4"/>
          <p:cNvSpPr txBox="1"/>
          <p:nvPr/>
        </p:nvSpPr>
        <p:spPr>
          <a:xfrm>
            <a:off x="666750" y="6572250"/>
            <a:ext cx="5448300" cy="434606"/>
          </a:xfrm>
          <a:prstGeom prst="rect">
            <a:avLst/>
          </a:prstGeom>
        </p:spPr>
        <p:txBody>
          <a:bodyPr lIns="0" tIns="0" rIns="0" bIns="0" rtlCol="0" anchor="t">
            <a:spAutoFit/>
          </a:bodyPr>
          <a:lstStyle/>
          <a:p>
            <a:pPr marL="0" lvl="0" indent="0" algn="l">
              <a:lnSpc>
                <a:spcPts val="3359"/>
              </a:lnSpc>
            </a:pPr>
            <a:endParaRPr lang="en-US" sz="2799" b="1" u="none" strike="noStrike" dirty="0">
              <a:solidFill>
                <a:srgbClr val="F2F6FA"/>
              </a:solidFill>
              <a:latin typeface="HK Grotesk Semi-Bold"/>
              <a:ea typeface="HK Grotesk Semi-Bold"/>
              <a:cs typeface="HK Grotesk Semi-Bold"/>
              <a:sym typeface="HK Grotesk Semi-Bold"/>
            </a:endParaRPr>
          </a:p>
        </p:txBody>
      </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pic>
        <p:nvPicPr>
          <p:cNvPr id="11" name="Picture 10">
            <a:extLst>
              <a:ext uri="{FF2B5EF4-FFF2-40B4-BE49-F238E27FC236}">
                <a16:creationId xmlns:a16="http://schemas.microsoft.com/office/drawing/2014/main" id="{84F6FE39-01F5-2BB2-3420-B1AE9A2BD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0" y="1261140"/>
            <a:ext cx="9907255" cy="7057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24A5F"/>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Power BI Data Model</a:t>
            </a:r>
          </a:p>
        </p:txBody>
      </p:sp>
      <p:grpSp>
        <p:nvGrpSpPr>
          <p:cNvPr id="3" name="Group 3"/>
          <p:cNvGrpSpPr/>
          <p:nvPr/>
        </p:nvGrpSpPr>
        <p:grpSpPr>
          <a:xfrm>
            <a:off x="666750" y="6210300"/>
            <a:ext cx="5448300" cy="2514600"/>
            <a:chOff x="0" y="0"/>
            <a:chExt cx="7264400" cy="33528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Relationships Diagram</a:t>
              </a:r>
            </a:p>
          </p:txBody>
        </p:sp>
        <p:sp>
          <p:nvSpPr>
            <p:cNvPr id="5" name="TextBox 5"/>
            <p:cNvSpPr txBox="1"/>
            <p:nvPr/>
          </p:nvSpPr>
          <p:spPr>
            <a:xfrm>
              <a:off x="0" y="939800"/>
              <a:ext cx="72644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2F6FA"/>
                  </a:solidFill>
                  <a:latin typeface="HK Grotesk"/>
                  <a:ea typeface="HK Grotesk"/>
                  <a:cs typeface="HK Grotesk"/>
                  <a:sym typeface="HK Grotesk"/>
                </a:rPr>
                <a:t>This diagram illustrates the </a:t>
              </a:r>
              <a:r>
                <a:rPr lang="en-US" sz="2400" b="1" u="none" strike="noStrike">
                  <a:solidFill>
                    <a:srgbClr val="F2F6FA"/>
                  </a:solidFill>
                  <a:latin typeface="HK Grotesk Bold"/>
                  <a:ea typeface="HK Grotesk Bold"/>
                  <a:cs typeface="HK Grotesk Bold"/>
                  <a:sym typeface="HK Grotesk Bold"/>
                </a:rPr>
                <a:t>data relationships</a:t>
              </a:r>
              <a:r>
                <a:rPr lang="en-US" sz="2400" u="none" strike="noStrike">
                  <a:solidFill>
                    <a:srgbClr val="F2F6FA"/>
                  </a:solidFill>
                  <a:latin typeface="HK Grotesk"/>
                  <a:ea typeface="HK Grotesk"/>
                  <a:cs typeface="HK Grotesk"/>
                  <a:sym typeface="HK Grotesk"/>
                </a:rPr>
                <a:t> within the Power BI model, showcasing how different datasets connect and interact for comprehensive analysis and reporting.</a:t>
              </a:r>
            </a:p>
          </p:txBody>
        </p:sp>
      </p:gr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sp>
        <p:nvSpPr>
          <p:cNvPr id="12" name="AutoShape 2">
            <a:extLst>
              <a:ext uri="{FF2B5EF4-FFF2-40B4-BE49-F238E27FC236}">
                <a16:creationId xmlns:a16="http://schemas.microsoft.com/office/drawing/2014/main" id="{AD5DCD34-B2CE-C567-FEBE-9EE5D22382F0}"/>
              </a:ext>
            </a:extLst>
          </p:cNvPr>
          <p:cNvSpPr>
            <a:spLocks noChangeAspect="1" noChangeArrowheads="1"/>
          </p:cNvSpPr>
          <p:nvPr/>
        </p:nvSpPr>
        <p:spPr bwMode="auto">
          <a:xfrm>
            <a:off x="8991600" y="1028700"/>
            <a:ext cx="9067800" cy="906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4">
            <a:extLst>
              <a:ext uri="{FF2B5EF4-FFF2-40B4-BE49-F238E27FC236}">
                <a16:creationId xmlns:a16="http://schemas.microsoft.com/office/drawing/2014/main" id="{E878D84C-E916-9B66-6A4C-53C9D813E141}"/>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AutoShape 6">
            <a:extLst>
              <a:ext uri="{FF2B5EF4-FFF2-40B4-BE49-F238E27FC236}">
                <a16:creationId xmlns:a16="http://schemas.microsoft.com/office/drawing/2014/main" id="{62D21F44-A8A0-135C-393C-2547C238305E}"/>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643088A0-6109-FA61-437E-44FB34FD2F22}"/>
              </a:ext>
            </a:extLst>
          </p:cNvPr>
          <p:cNvPicPr>
            <a:picLocks noChangeAspect="1"/>
          </p:cNvPicPr>
          <p:nvPr/>
        </p:nvPicPr>
        <p:blipFill>
          <a:blip r:embed="rId2"/>
          <a:stretch>
            <a:fillRect/>
          </a:stretch>
        </p:blipFill>
        <p:spPr>
          <a:xfrm>
            <a:off x="7793627" y="676277"/>
            <a:ext cx="9753600" cy="89534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76A85"/>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Power BI Dashboards</a:t>
            </a:r>
          </a:p>
        </p:txBody>
      </p:sp>
      <p:grpSp>
        <p:nvGrpSpPr>
          <p:cNvPr id="3" name="Group 3"/>
          <p:cNvGrpSpPr/>
          <p:nvPr/>
        </p:nvGrpSpPr>
        <p:grpSpPr>
          <a:xfrm>
            <a:off x="666750" y="6210300"/>
            <a:ext cx="5448300" cy="2514600"/>
            <a:chOff x="0" y="0"/>
            <a:chExt cx="7264400" cy="33528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Key Metrics Displayed</a:t>
              </a:r>
            </a:p>
          </p:txBody>
        </p:sp>
        <p:sp>
          <p:nvSpPr>
            <p:cNvPr id="5" name="TextBox 5"/>
            <p:cNvSpPr txBox="1"/>
            <p:nvPr/>
          </p:nvSpPr>
          <p:spPr>
            <a:xfrm>
              <a:off x="0" y="939800"/>
              <a:ext cx="7264400" cy="2413000"/>
            </a:xfrm>
            <a:prstGeom prst="rect">
              <a:avLst/>
            </a:prstGeom>
          </p:spPr>
          <p:txBody>
            <a:bodyPr lIns="0" tIns="0" rIns="0" bIns="0" rtlCol="0" anchor="t">
              <a:spAutoFit/>
            </a:bodyPr>
            <a:lstStyle/>
            <a:p>
              <a:pPr marL="0" lvl="0" indent="0" algn="l">
                <a:lnSpc>
                  <a:spcPts val="2879"/>
                </a:lnSpc>
              </a:pPr>
              <a:r>
                <a:rPr lang="en-US" sz="2400" u="none" strike="noStrike">
                  <a:solidFill>
                    <a:srgbClr val="F2F6FA"/>
                  </a:solidFill>
                  <a:latin typeface="HK Grotesk"/>
                  <a:ea typeface="HK Grotesk"/>
                  <a:cs typeface="HK Grotesk"/>
                  <a:sym typeface="HK Grotesk"/>
                </a:rPr>
                <a:t>This slide showcases the </a:t>
              </a:r>
              <a:r>
                <a:rPr lang="en-US" sz="2400" b="1" u="none" strike="noStrike">
                  <a:solidFill>
                    <a:srgbClr val="F2F6FA"/>
                  </a:solidFill>
                  <a:latin typeface="HK Grotesk Bold"/>
                  <a:ea typeface="HK Grotesk Bold"/>
                  <a:cs typeface="HK Grotesk Bold"/>
                  <a:sym typeface="HK Grotesk Bold"/>
                </a:rPr>
                <a:t>visual representation</a:t>
              </a:r>
              <a:r>
                <a:rPr lang="en-US" sz="2400" u="none" strike="noStrike">
                  <a:solidFill>
                    <a:srgbClr val="F2F6FA"/>
                  </a:solidFill>
                  <a:latin typeface="HK Grotesk"/>
                  <a:ea typeface="HK Grotesk"/>
                  <a:cs typeface="HK Grotesk"/>
                  <a:sym typeface="HK Grotesk"/>
                </a:rPr>
                <a:t> of key performance metrics, allowing for an insightful overview of data trends and analytics within the Adventure Works dataset.</a:t>
              </a:r>
            </a:p>
          </p:txBody>
        </p:sp>
      </p:gr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pic>
        <p:nvPicPr>
          <p:cNvPr id="11" name="Picture 10">
            <a:extLst>
              <a:ext uri="{FF2B5EF4-FFF2-40B4-BE49-F238E27FC236}">
                <a16:creationId xmlns:a16="http://schemas.microsoft.com/office/drawing/2014/main" id="{E05C69B3-812B-F30B-E11C-A0281A14007D}"/>
              </a:ext>
            </a:extLst>
          </p:cNvPr>
          <p:cNvPicPr>
            <a:picLocks noChangeAspect="1"/>
          </p:cNvPicPr>
          <p:nvPr/>
        </p:nvPicPr>
        <p:blipFill>
          <a:blip r:embed="rId2"/>
          <a:stretch>
            <a:fillRect/>
          </a:stretch>
        </p:blipFill>
        <p:spPr>
          <a:xfrm>
            <a:off x="6858000" y="676275"/>
            <a:ext cx="11277600" cy="89534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5448300" cy="25012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Tableau Visuals</a:t>
            </a:r>
          </a:p>
        </p:txBody>
      </p:sp>
      <p:grpSp>
        <p:nvGrpSpPr>
          <p:cNvPr id="3" name="Group 3"/>
          <p:cNvGrpSpPr/>
          <p:nvPr/>
        </p:nvGrpSpPr>
        <p:grpSpPr>
          <a:xfrm>
            <a:off x="666750" y="5848350"/>
            <a:ext cx="5448300" cy="2876550"/>
            <a:chOff x="0" y="0"/>
            <a:chExt cx="7264400" cy="3835400"/>
          </a:xfrm>
        </p:grpSpPr>
        <p:sp>
          <p:nvSpPr>
            <p:cNvPr id="4" name="TextBox 4"/>
            <p:cNvSpPr txBox="1"/>
            <p:nvPr/>
          </p:nvSpPr>
          <p:spPr>
            <a:xfrm>
              <a:off x="0" y="0"/>
              <a:ext cx="72644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Engaging Dashboard</a:t>
              </a:r>
            </a:p>
          </p:txBody>
        </p:sp>
        <p:sp>
          <p:nvSpPr>
            <p:cNvPr id="5" name="TextBox 5"/>
            <p:cNvSpPr txBox="1"/>
            <p:nvPr/>
          </p:nvSpPr>
          <p:spPr>
            <a:xfrm>
              <a:off x="0" y="939800"/>
              <a:ext cx="7264400" cy="2895600"/>
            </a:xfrm>
            <a:prstGeom prst="rect">
              <a:avLst/>
            </a:prstGeom>
          </p:spPr>
          <p:txBody>
            <a:bodyPr lIns="0" tIns="0" rIns="0" bIns="0" rtlCol="0" anchor="t">
              <a:spAutoFit/>
            </a:bodyPr>
            <a:lstStyle/>
            <a:p>
              <a:pPr marL="0" lvl="0" indent="0" algn="l">
                <a:lnSpc>
                  <a:spcPts val="2879"/>
                </a:lnSpc>
              </a:pPr>
              <a:r>
                <a:rPr lang="en-US" sz="2400" u="none" strike="noStrike">
                  <a:solidFill>
                    <a:srgbClr val="F2F6FA"/>
                  </a:solidFill>
                  <a:latin typeface="HK Grotesk"/>
                  <a:ea typeface="HK Grotesk"/>
                  <a:cs typeface="HK Grotesk"/>
                  <a:sym typeface="HK Grotesk"/>
                </a:rPr>
                <a:t>This key dashboard highlights the </a:t>
              </a:r>
              <a:r>
                <a:rPr lang="en-US" sz="2400" b="1" u="none" strike="noStrike">
                  <a:solidFill>
                    <a:srgbClr val="F2F6FA"/>
                  </a:solidFill>
                  <a:latin typeface="HK Grotesk Bold"/>
                  <a:ea typeface="HK Grotesk Bold"/>
                  <a:cs typeface="HK Grotesk Bold"/>
                  <a:sym typeface="HK Grotesk Bold"/>
                </a:rPr>
                <a:t>various insights</a:t>
              </a:r>
              <a:r>
                <a:rPr lang="en-US" sz="2400" u="none" strike="noStrike">
                  <a:solidFill>
                    <a:srgbClr val="F2F6FA"/>
                  </a:solidFill>
                  <a:latin typeface="HK Grotesk"/>
                  <a:ea typeface="HK Grotesk"/>
                  <a:cs typeface="HK Grotesk"/>
                  <a:sym typeface="HK Grotesk"/>
                </a:rPr>
                <a:t> gathered from the Adventure Works dataset, showcasing dynamic visualizations including bar charts and geographical maps for better understanding.</a:t>
              </a:r>
            </a:p>
          </p:txBody>
        </p:sp>
      </p:grpSp>
      <p:sp>
        <p:nvSpPr>
          <p:cNvPr id="6" name="AutoShape 6"/>
          <p:cNvSpPr/>
          <p:nvPr/>
        </p:nvSpPr>
        <p:spPr>
          <a:xfrm>
            <a:off x="0" y="676275"/>
            <a:ext cx="12172950" cy="0"/>
          </a:xfrm>
          <a:prstGeom prst="line">
            <a:avLst/>
          </a:prstGeom>
          <a:ln w="19050" cap="flat">
            <a:solidFill>
              <a:srgbClr val="F2F6FA"/>
            </a:solidFill>
            <a:prstDash val="solid"/>
            <a:headEnd type="none" w="sm" len="sm"/>
            <a:tailEnd type="none" w="sm" len="sm"/>
          </a:ln>
        </p:spPr>
      </p:sp>
      <p:sp>
        <p:nvSpPr>
          <p:cNvPr id="7" name="AutoShape 7"/>
          <p:cNvSpPr/>
          <p:nvPr/>
        </p:nvSpPr>
        <p:spPr>
          <a:xfrm>
            <a:off x="0" y="9629775"/>
            <a:ext cx="12172950" cy="0"/>
          </a:xfrm>
          <a:prstGeom prst="line">
            <a:avLst/>
          </a:prstGeom>
          <a:ln w="19050" cap="flat">
            <a:solidFill>
              <a:srgbClr val="F2F6FA"/>
            </a:solidFill>
            <a:prstDash val="solid"/>
            <a:headEnd type="none" w="sm" len="sm"/>
            <a:tailEnd type="none" w="sm" len="sm"/>
          </a:ln>
        </p:spPr>
      </p:sp>
      <p:pic>
        <p:nvPicPr>
          <p:cNvPr id="11" name="Picture 10">
            <a:extLst>
              <a:ext uri="{FF2B5EF4-FFF2-40B4-BE49-F238E27FC236}">
                <a16:creationId xmlns:a16="http://schemas.microsoft.com/office/drawing/2014/main" id="{B28F5AF5-8380-EE31-10A8-83335224B683}"/>
              </a:ext>
            </a:extLst>
          </p:cNvPr>
          <p:cNvPicPr>
            <a:picLocks noChangeAspect="1"/>
          </p:cNvPicPr>
          <p:nvPr/>
        </p:nvPicPr>
        <p:blipFill>
          <a:blip r:embed="rId2"/>
          <a:stretch>
            <a:fillRect/>
          </a:stretch>
        </p:blipFill>
        <p:spPr>
          <a:xfrm>
            <a:off x="5943600" y="688255"/>
            <a:ext cx="11951314" cy="89534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24A5F"/>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6886575" cy="37204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Key Insights and Findings from Analysis</a:t>
            </a:r>
          </a:p>
        </p:txBody>
      </p:sp>
      <p:grpSp>
        <p:nvGrpSpPr>
          <p:cNvPr id="3" name="Group 3"/>
          <p:cNvGrpSpPr/>
          <p:nvPr/>
        </p:nvGrpSpPr>
        <p:grpSpPr>
          <a:xfrm>
            <a:off x="9296400" y="1562945"/>
            <a:ext cx="4010025" cy="2168447"/>
            <a:chOff x="0" y="0"/>
            <a:chExt cx="621258" cy="335949"/>
          </a:xfrm>
        </p:grpSpPr>
        <p:sp>
          <p:nvSpPr>
            <p:cNvPr id="4" name="Freeform 4"/>
            <p:cNvSpPr/>
            <p:nvPr/>
          </p:nvSpPr>
          <p:spPr>
            <a:xfrm>
              <a:off x="0" y="0"/>
              <a:ext cx="621258" cy="335949"/>
            </a:xfrm>
            <a:custGeom>
              <a:avLst/>
              <a:gdLst/>
              <a:ahLst/>
              <a:cxnLst/>
              <a:rect l="l" t="t" r="r" b="b"/>
              <a:pathLst>
                <a:path w="621258" h="335949">
                  <a:moveTo>
                    <a:pt x="0" y="0"/>
                  </a:moveTo>
                  <a:lnTo>
                    <a:pt x="621258" y="0"/>
                  </a:lnTo>
                  <a:lnTo>
                    <a:pt x="621258" y="335949"/>
                  </a:lnTo>
                  <a:lnTo>
                    <a:pt x="0" y="335949"/>
                  </a:lnTo>
                  <a:close/>
                </a:path>
              </a:pathLst>
            </a:custGeom>
            <a:blipFill>
              <a:blip r:embed="rId2"/>
              <a:stretch>
                <a:fillRect l="-420" r="-420"/>
              </a:stretch>
            </a:blipFill>
          </p:spPr>
        </p:sp>
      </p:grpSp>
      <p:grpSp>
        <p:nvGrpSpPr>
          <p:cNvPr id="5" name="Group 5"/>
          <p:cNvGrpSpPr/>
          <p:nvPr/>
        </p:nvGrpSpPr>
        <p:grpSpPr>
          <a:xfrm>
            <a:off x="9296400" y="4049741"/>
            <a:ext cx="4010025" cy="2191815"/>
            <a:chOff x="0" y="0"/>
            <a:chExt cx="621258" cy="339569"/>
          </a:xfrm>
        </p:grpSpPr>
        <p:sp>
          <p:nvSpPr>
            <p:cNvPr id="6" name="Freeform 6"/>
            <p:cNvSpPr/>
            <p:nvPr/>
          </p:nvSpPr>
          <p:spPr>
            <a:xfrm>
              <a:off x="0" y="0"/>
              <a:ext cx="621258" cy="339569"/>
            </a:xfrm>
            <a:custGeom>
              <a:avLst/>
              <a:gdLst/>
              <a:ahLst/>
              <a:cxnLst/>
              <a:rect l="l" t="t" r="r" b="b"/>
              <a:pathLst>
                <a:path w="621258" h="339569">
                  <a:moveTo>
                    <a:pt x="0" y="0"/>
                  </a:moveTo>
                  <a:lnTo>
                    <a:pt x="621258" y="0"/>
                  </a:lnTo>
                  <a:lnTo>
                    <a:pt x="621258" y="339569"/>
                  </a:lnTo>
                  <a:lnTo>
                    <a:pt x="0" y="339569"/>
                  </a:lnTo>
                  <a:close/>
                </a:path>
              </a:pathLst>
            </a:custGeom>
            <a:blipFill>
              <a:blip r:embed="rId3"/>
              <a:stretch>
                <a:fillRect l="-376" r="-376"/>
              </a:stretch>
            </a:blipFill>
          </p:spPr>
        </p:sp>
      </p:grpSp>
      <p:grpSp>
        <p:nvGrpSpPr>
          <p:cNvPr id="7" name="Group 7"/>
          <p:cNvGrpSpPr/>
          <p:nvPr/>
        </p:nvGrpSpPr>
        <p:grpSpPr>
          <a:xfrm>
            <a:off x="9296400" y="6559904"/>
            <a:ext cx="4010025" cy="2164996"/>
            <a:chOff x="0" y="0"/>
            <a:chExt cx="621258" cy="335415"/>
          </a:xfrm>
        </p:grpSpPr>
        <p:sp>
          <p:nvSpPr>
            <p:cNvPr id="8" name="Freeform 8"/>
            <p:cNvSpPr/>
            <p:nvPr/>
          </p:nvSpPr>
          <p:spPr>
            <a:xfrm>
              <a:off x="0" y="0"/>
              <a:ext cx="621258" cy="335415"/>
            </a:xfrm>
            <a:custGeom>
              <a:avLst/>
              <a:gdLst/>
              <a:ahLst/>
              <a:cxnLst/>
              <a:rect l="l" t="t" r="r" b="b"/>
              <a:pathLst>
                <a:path w="621258" h="335415">
                  <a:moveTo>
                    <a:pt x="0" y="0"/>
                  </a:moveTo>
                  <a:lnTo>
                    <a:pt x="621258" y="0"/>
                  </a:lnTo>
                  <a:lnTo>
                    <a:pt x="621258" y="335415"/>
                  </a:lnTo>
                  <a:lnTo>
                    <a:pt x="0" y="335415"/>
                  </a:lnTo>
                  <a:close/>
                </a:path>
              </a:pathLst>
            </a:custGeom>
            <a:blipFill>
              <a:blip r:embed="rId4"/>
              <a:stretch>
                <a:fillRect l="-339" r="-339"/>
              </a:stretch>
            </a:blipFill>
          </p:spPr>
        </p:sp>
      </p:grpSp>
      <p:grpSp>
        <p:nvGrpSpPr>
          <p:cNvPr id="9" name="Group 9"/>
          <p:cNvGrpSpPr/>
          <p:nvPr/>
        </p:nvGrpSpPr>
        <p:grpSpPr>
          <a:xfrm>
            <a:off x="13611225" y="1562100"/>
            <a:ext cx="4010025" cy="1953047"/>
            <a:chOff x="0" y="0"/>
            <a:chExt cx="5346700" cy="2604063"/>
          </a:xfrm>
        </p:grpSpPr>
        <p:sp>
          <p:nvSpPr>
            <p:cNvPr id="10" name="TextBox 10"/>
            <p:cNvSpPr txBox="1"/>
            <p:nvPr/>
          </p:nvSpPr>
          <p:spPr>
            <a:xfrm>
              <a:off x="0" y="1194363"/>
              <a:ext cx="5346700" cy="14097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Significant patterns were observed in customer behavior.</a:t>
              </a:r>
            </a:p>
          </p:txBody>
        </p:sp>
        <p:sp>
          <p:nvSpPr>
            <p:cNvPr id="11" name="TextBox 11"/>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Data Trends</a:t>
              </a:r>
            </a:p>
          </p:txBody>
        </p:sp>
      </p:grpSp>
      <p:grpSp>
        <p:nvGrpSpPr>
          <p:cNvPr id="12" name="Group 12"/>
          <p:cNvGrpSpPr/>
          <p:nvPr/>
        </p:nvGrpSpPr>
        <p:grpSpPr>
          <a:xfrm>
            <a:off x="13611225" y="4049741"/>
            <a:ext cx="4010025" cy="1952068"/>
            <a:chOff x="0" y="0"/>
            <a:chExt cx="5346700" cy="2602757"/>
          </a:xfrm>
        </p:grpSpPr>
        <p:sp>
          <p:nvSpPr>
            <p:cNvPr id="13" name="TextBox 13"/>
            <p:cNvSpPr txBox="1"/>
            <p:nvPr/>
          </p:nvSpPr>
          <p:spPr>
            <a:xfrm>
              <a:off x="0" y="1193057"/>
              <a:ext cx="5346700" cy="14097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Key metrics revealed important business growth areas.</a:t>
              </a:r>
            </a:p>
          </p:txBody>
        </p:sp>
        <p:sp>
          <p:nvSpPr>
            <p:cNvPr id="14" name="TextBox 14"/>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Performance Metrics</a:t>
              </a:r>
            </a:p>
          </p:txBody>
        </p:sp>
      </p:grpSp>
      <p:grpSp>
        <p:nvGrpSpPr>
          <p:cNvPr id="15" name="Group 15"/>
          <p:cNvGrpSpPr/>
          <p:nvPr/>
        </p:nvGrpSpPr>
        <p:grpSpPr>
          <a:xfrm>
            <a:off x="13611225" y="6559904"/>
            <a:ext cx="4010025" cy="2019300"/>
            <a:chOff x="0" y="0"/>
            <a:chExt cx="5346700" cy="2692400"/>
          </a:xfrm>
        </p:grpSpPr>
        <p:sp>
          <p:nvSpPr>
            <p:cNvPr id="16" name="TextBox 16"/>
            <p:cNvSpPr txBox="1"/>
            <p:nvPr/>
          </p:nvSpPr>
          <p:spPr>
            <a:xfrm>
              <a:off x="0" y="1752600"/>
              <a:ext cx="5346700" cy="9398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Insights led to actionable strategies for improvement.</a:t>
              </a:r>
            </a:p>
          </p:txBody>
        </p:sp>
        <p:sp>
          <p:nvSpPr>
            <p:cNvPr id="17" name="TextBox 17"/>
            <p:cNvSpPr txBox="1"/>
            <p:nvPr/>
          </p:nvSpPr>
          <p:spPr>
            <a:xfrm>
              <a:off x="0" y="0"/>
              <a:ext cx="5346700" cy="11176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Strategic Recommendations</a:t>
              </a:r>
            </a:p>
          </p:txBody>
        </p:sp>
      </p:grpSp>
      <p:sp>
        <p:nvSpPr>
          <p:cNvPr id="18" name="AutoShape 18"/>
          <p:cNvSpPr/>
          <p:nvPr/>
        </p:nvSpPr>
        <p:spPr>
          <a:xfrm>
            <a:off x="0" y="666750"/>
            <a:ext cx="18288000" cy="0"/>
          </a:xfrm>
          <a:prstGeom prst="line">
            <a:avLst/>
          </a:prstGeom>
          <a:ln w="19050" cap="flat">
            <a:solidFill>
              <a:srgbClr val="F2F6FA"/>
            </a:solidFill>
            <a:prstDash val="solid"/>
            <a:headEnd type="none" w="sm" len="sm"/>
            <a:tailEnd type="none" w="sm" len="sm"/>
          </a:ln>
        </p:spPr>
      </p:sp>
      <p:sp>
        <p:nvSpPr>
          <p:cNvPr id="19" name="AutoShape 19"/>
          <p:cNvSpPr/>
          <p:nvPr/>
        </p:nvSpPr>
        <p:spPr>
          <a:xfrm>
            <a:off x="0" y="9620250"/>
            <a:ext cx="18288000" cy="0"/>
          </a:xfrm>
          <a:prstGeom prst="line">
            <a:avLst/>
          </a:prstGeom>
          <a:ln w="19050" cap="flat">
            <a:solidFill>
              <a:srgbClr val="F2F6FA"/>
            </a:solidFill>
            <a:prstDash val="solid"/>
            <a:headEnd type="none" w="sm" len="sm"/>
            <a:tailEnd type="none" w="sm" len="sm"/>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76A85"/>
        </a:solidFill>
        <a:effectLst/>
      </p:bgPr>
    </p:bg>
    <p:spTree>
      <p:nvGrpSpPr>
        <p:cNvPr id="1" name=""/>
        <p:cNvGrpSpPr/>
        <p:nvPr/>
      </p:nvGrpSpPr>
      <p:grpSpPr>
        <a:xfrm>
          <a:off x="0" y="0"/>
          <a:ext cx="0" cy="0"/>
          <a:chOff x="0" y="0"/>
          <a:chExt cx="0" cy="0"/>
        </a:xfrm>
      </p:grpSpPr>
      <p:sp>
        <p:nvSpPr>
          <p:cNvPr id="2" name="TextBox 2"/>
          <p:cNvSpPr txBox="1"/>
          <p:nvPr/>
        </p:nvSpPr>
        <p:spPr>
          <a:xfrm>
            <a:off x="666750" y="1743920"/>
            <a:ext cx="6886575" cy="3720465"/>
          </a:xfrm>
          <a:prstGeom prst="rect">
            <a:avLst/>
          </a:prstGeom>
        </p:spPr>
        <p:txBody>
          <a:bodyPr lIns="0" tIns="0" rIns="0" bIns="0" rtlCol="0" anchor="t">
            <a:spAutoFit/>
          </a:bodyPr>
          <a:lstStyle/>
          <a:p>
            <a:pPr marL="0" lvl="0" indent="0" algn="l">
              <a:lnSpc>
                <a:spcPts val="9600"/>
              </a:lnSpc>
            </a:pPr>
            <a:r>
              <a:rPr lang="en-US" sz="9600" spc="-192">
                <a:solidFill>
                  <a:srgbClr val="F2F6FA"/>
                </a:solidFill>
                <a:latin typeface="Noto Serif Display ExtraCondensed Light"/>
                <a:ea typeface="Noto Serif Display ExtraCondensed Light"/>
                <a:cs typeface="Noto Serif Display ExtraCondensed Light"/>
                <a:sym typeface="Noto Serif Display ExtraCondensed Light"/>
              </a:rPr>
              <a:t>Key Learnings and Challenges Faced</a:t>
            </a:r>
          </a:p>
        </p:txBody>
      </p:sp>
      <p:grpSp>
        <p:nvGrpSpPr>
          <p:cNvPr id="3" name="Group 3"/>
          <p:cNvGrpSpPr/>
          <p:nvPr/>
        </p:nvGrpSpPr>
        <p:grpSpPr>
          <a:xfrm>
            <a:off x="9296400" y="1562945"/>
            <a:ext cx="4010025" cy="2168447"/>
            <a:chOff x="0" y="0"/>
            <a:chExt cx="621258" cy="335949"/>
          </a:xfrm>
        </p:grpSpPr>
        <p:sp>
          <p:nvSpPr>
            <p:cNvPr id="4" name="Freeform 4"/>
            <p:cNvSpPr/>
            <p:nvPr/>
          </p:nvSpPr>
          <p:spPr>
            <a:xfrm>
              <a:off x="0" y="0"/>
              <a:ext cx="621258" cy="335949"/>
            </a:xfrm>
            <a:custGeom>
              <a:avLst/>
              <a:gdLst/>
              <a:ahLst/>
              <a:cxnLst/>
              <a:rect l="l" t="t" r="r" b="b"/>
              <a:pathLst>
                <a:path w="621258" h="335949">
                  <a:moveTo>
                    <a:pt x="0" y="0"/>
                  </a:moveTo>
                  <a:lnTo>
                    <a:pt x="621258" y="0"/>
                  </a:lnTo>
                  <a:lnTo>
                    <a:pt x="621258" y="335949"/>
                  </a:lnTo>
                  <a:lnTo>
                    <a:pt x="0" y="335949"/>
                  </a:lnTo>
                  <a:close/>
                </a:path>
              </a:pathLst>
            </a:custGeom>
            <a:blipFill>
              <a:blip r:embed="rId2"/>
              <a:stretch>
                <a:fillRect l="-420" r="-420"/>
              </a:stretch>
            </a:blipFill>
          </p:spPr>
        </p:sp>
      </p:grpSp>
      <p:grpSp>
        <p:nvGrpSpPr>
          <p:cNvPr id="5" name="Group 5"/>
          <p:cNvGrpSpPr/>
          <p:nvPr/>
        </p:nvGrpSpPr>
        <p:grpSpPr>
          <a:xfrm>
            <a:off x="9296400" y="4049741"/>
            <a:ext cx="4010025" cy="2191815"/>
            <a:chOff x="0" y="0"/>
            <a:chExt cx="621258" cy="339569"/>
          </a:xfrm>
        </p:grpSpPr>
        <p:sp>
          <p:nvSpPr>
            <p:cNvPr id="6" name="Freeform 6"/>
            <p:cNvSpPr/>
            <p:nvPr/>
          </p:nvSpPr>
          <p:spPr>
            <a:xfrm>
              <a:off x="0" y="0"/>
              <a:ext cx="621258" cy="339569"/>
            </a:xfrm>
            <a:custGeom>
              <a:avLst/>
              <a:gdLst/>
              <a:ahLst/>
              <a:cxnLst/>
              <a:rect l="l" t="t" r="r" b="b"/>
              <a:pathLst>
                <a:path w="621258" h="339569">
                  <a:moveTo>
                    <a:pt x="0" y="0"/>
                  </a:moveTo>
                  <a:lnTo>
                    <a:pt x="621258" y="0"/>
                  </a:lnTo>
                  <a:lnTo>
                    <a:pt x="621258" y="339569"/>
                  </a:lnTo>
                  <a:lnTo>
                    <a:pt x="0" y="339569"/>
                  </a:lnTo>
                  <a:close/>
                </a:path>
              </a:pathLst>
            </a:custGeom>
            <a:blipFill>
              <a:blip r:embed="rId3"/>
              <a:stretch>
                <a:fillRect l="-376" r="-376"/>
              </a:stretch>
            </a:blipFill>
          </p:spPr>
        </p:sp>
      </p:grpSp>
      <p:grpSp>
        <p:nvGrpSpPr>
          <p:cNvPr id="7" name="Group 7"/>
          <p:cNvGrpSpPr/>
          <p:nvPr/>
        </p:nvGrpSpPr>
        <p:grpSpPr>
          <a:xfrm>
            <a:off x="9296400" y="6559904"/>
            <a:ext cx="4010025" cy="2164996"/>
            <a:chOff x="0" y="0"/>
            <a:chExt cx="621258" cy="335415"/>
          </a:xfrm>
        </p:grpSpPr>
        <p:sp>
          <p:nvSpPr>
            <p:cNvPr id="8" name="Freeform 8"/>
            <p:cNvSpPr/>
            <p:nvPr/>
          </p:nvSpPr>
          <p:spPr>
            <a:xfrm>
              <a:off x="0" y="0"/>
              <a:ext cx="621258" cy="335415"/>
            </a:xfrm>
            <a:custGeom>
              <a:avLst/>
              <a:gdLst/>
              <a:ahLst/>
              <a:cxnLst/>
              <a:rect l="l" t="t" r="r" b="b"/>
              <a:pathLst>
                <a:path w="621258" h="335415">
                  <a:moveTo>
                    <a:pt x="0" y="0"/>
                  </a:moveTo>
                  <a:lnTo>
                    <a:pt x="621258" y="0"/>
                  </a:lnTo>
                  <a:lnTo>
                    <a:pt x="621258" y="335415"/>
                  </a:lnTo>
                  <a:lnTo>
                    <a:pt x="0" y="335415"/>
                  </a:lnTo>
                  <a:close/>
                </a:path>
              </a:pathLst>
            </a:custGeom>
            <a:blipFill>
              <a:blip r:embed="rId4"/>
              <a:stretch>
                <a:fillRect l="-339" r="-339"/>
              </a:stretch>
            </a:blipFill>
          </p:spPr>
        </p:sp>
      </p:grpSp>
      <p:grpSp>
        <p:nvGrpSpPr>
          <p:cNvPr id="9" name="Group 9"/>
          <p:cNvGrpSpPr/>
          <p:nvPr/>
        </p:nvGrpSpPr>
        <p:grpSpPr>
          <a:xfrm>
            <a:off x="13611225" y="1562100"/>
            <a:ext cx="4010025" cy="1600622"/>
            <a:chOff x="0" y="0"/>
            <a:chExt cx="5346700" cy="2134163"/>
          </a:xfrm>
        </p:grpSpPr>
        <p:sp>
          <p:nvSpPr>
            <p:cNvPr id="10" name="TextBox 10"/>
            <p:cNvSpPr txBox="1"/>
            <p:nvPr/>
          </p:nvSpPr>
          <p:spPr>
            <a:xfrm>
              <a:off x="0" y="1194363"/>
              <a:ext cx="5346700" cy="9398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Developed skills in interpreting complex data sets effectively.</a:t>
              </a:r>
            </a:p>
          </p:txBody>
        </p:sp>
        <p:sp>
          <p:nvSpPr>
            <p:cNvPr id="11" name="TextBox 11"/>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Data Analysis</a:t>
              </a:r>
            </a:p>
          </p:txBody>
        </p:sp>
      </p:grpSp>
      <p:grpSp>
        <p:nvGrpSpPr>
          <p:cNvPr id="12" name="Group 12"/>
          <p:cNvGrpSpPr/>
          <p:nvPr/>
        </p:nvGrpSpPr>
        <p:grpSpPr>
          <a:xfrm>
            <a:off x="13611225" y="4049741"/>
            <a:ext cx="4010025" cy="1952068"/>
            <a:chOff x="0" y="0"/>
            <a:chExt cx="5346700" cy="2602757"/>
          </a:xfrm>
        </p:grpSpPr>
        <p:sp>
          <p:nvSpPr>
            <p:cNvPr id="13" name="TextBox 13"/>
            <p:cNvSpPr txBox="1"/>
            <p:nvPr/>
          </p:nvSpPr>
          <p:spPr>
            <a:xfrm>
              <a:off x="0" y="1193057"/>
              <a:ext cx="5346700" cy="14097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Overcame challenges by applying critical thinking strategies.</a:t>
              </a:r>
            </a:p>
          </p:txBody>
        </p:sp>
        <p:sp>
          <p:nvSpPr>
            <p:cNvPr id="14" name="TextBox 14"/>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Problem Solving</a:t>
              </a:r>
            </a:p>
          </p:txBody>
        </p:sp>
      </p:grpSp>
      <p:grpSp>
        <p:nvGrpSpPr>
          <p:cNvPr id="15" name="Group 15"/>
          <p:cNvGrpSpPr/>
          <p:nvPr/>
        </p:nvGrpSpPr>
        <p:grpSpPr>
          <a:xfrm>
            <a:off x="13611225" y="6559904"/>
            <a:ext cx="4010025" cy="1952625"/>
            <a:chOff x="0" y="0"/>
            <a:chExt cx="5346700" cy="2603500"/>
          </a:xfrm>
        </p:grpSpPr>
        <p:sp>
          <p:nvSpPr>
            <p:cNvPr id="16" name="TextBox 16"/>
            <p:cNvSpPr txBox="1"/>
            <p:nvPr/>
          </p:nvSpPr>
          <p:spPr>
            <a:xfrm>
              <a:off x="0" y="1193800"/>
              <a:ext cx="5346700" cy="1409700"/>
            </a:xfrm>
            <a:prstGeom prst="rect">
              <a:avLst/>
            </a:prstGeom>
          </p:spPr>
          <p:txBody>
            <a:bodyPr lIns="0" tIns="0" rIns="0" bIns="0" rtlCol="0" anchor="t">
              <a:spAutoFit/>
            </a:bodyPr>
            <a:lstStyle/>
            <a:p>
              <a:pPr marL="0" lvl="0" indent="0" algn="l">
                <a:lnSpc>
                  <a:spcPts val="2844"/>
                </a:lnSpc>
              </a:pPr>
              <a:r>
                <a:rPr lang="en-US" sz="2370" u="none" strike="noStrike">
                  <a:solidFill>
                    <a:srgbClr val="F2F6FA"/>
                  </a:solidFill>
                  <a:latin typeface="HK Grotesk"/>
                  <a:ea typeface="HK Grotesk"/>
                  <a:cs typeface="HK Grotesk"/>
                  <a:sym typeface="HK Grotesk"/>
                </a:rPr>
                <a:t>Enhanced teamwork abilities through group project dynamics.</a:t>
              </a:r>
            </a:p>
          </p:txBody>
        </p:sp>
        <p:sp>
          <p:nvSpPr>
            <p:cNvPr id="17" name="TextBox 17"/>
            <p:cNvSpPr txBox="1"/>
            <p:nvPr/>
          </p:nvSpPr>
          <p:spPr>
            <a:xfrm>
              <a:off x="0" y="0"/>
              <a:ext cx="5346700" cy="558800"/>
            </a:xfrm>
            <a:prstGeom prst="rect">
              <a:avLst/>
            </a:prstGeom>
          </p:spPr>
          <p:txBody>
            <a:bodyPr lIns="0" tIns="0" rIns="0" bIns="0" rtlCol="0" anchor="t">
              <a:spAutoFit/>
            </a:bodyPr>
            <a:lstStyle/>
            <a:p>
              <a:pPr marL="0" lvl="0" indent="0" algn="l">
                <a:lnSpc>
                  <a:spcPts val="3359"/>
                </a:lnSpc>
              </a:pPr>
              <a:r>
                <a:rPr lang="en-US" sz="2799" b="1" u="none" strike="noStrike">
                  <a:solidFill>
                    <a:srgbClr val="F2F6FA"/>
                  </a:solidFill>
                  <a:latin typeface="HK Grotesk Semi-Bold"/>
                  <a:ea typeface="HK Grotesk Semi-Bold"/>
                  <a:cs typeface="HK Grotesk Semi-Bold"/>
                  <a:sym typeface="HK Grotesk Semi-Bold"/>
                </a:rPr>
                <a:t>Collaboration</a:t>
              </a:r>
            </a:p>
          </p:txBody>
        </p:sp>
      </p:grpSp>
      <p:sp>
        <p:nvSpPr>
          <p:cNvPr id="18" name="AutoShape 18"/>
          <p:cNvSpPr/>
          <p:nvPr/>
        </p:nvSpPr>
        <p:spPr>
          <a:xfrm>
            <a:off x="0" y="666750"/>
            <a:ext cx="18288000" cy="0"/>
          </a:xfrm>
          <a:prstGeom prst="line">
            <a:avLst/>
          </a:prstGeom>
          <a:ln w="19050" cap="flat">
            <a:solidFill>
              <a:srgbClr val="F2F6FA"/>
            </a:solidFill>
            <a:prstDash val="solid"/>
            <a:headEnd type="none" w="sm" len="sm"/>
            <a:tailEnd type="none" w="sm" len="sm"/>
          </a:ln>
        </p:spPr>
      </p:sp>
      <p:sp>
        <p:nvSpPr>
          <p:cNvPr id="19" name="AutoShape 19"/>
          <p:cNvSpPr/>
          <p:nvPr/>
        </p:nvSpPr>
        <p:spPr>
          <a:xfrm>
            <a:off x="0" y="9620250"/>
            <a:ext cx="18288000" cy="0"/>
          </a:xfrm>
          <a:prstGeom prst="line">
            <a:avLst/>
          </a:prstGeom>
          <a:ln w="19050" cap="flat">
            <a:solidFill>
              <a:srgbClr val="F2F6FA"/>
            </a:solidFill>
            <a:prstDash val="solid"/>
            <a:headEnd type="none" w="sm" len="sm"/>
            <a:tailEnd type="none" w="sm" len="sm"/>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A38"/>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1615861" cy="1593725"/>
          </a:xfrm>
        </p:grpSpPr>
        <p:sp>
          <p:nvSpPr>
            <p:cNvPr id="3" name="Freeform 3"/>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193" r="-193"/>
              </a:stretch>
            </a:blipFill>
          </p:spPr>
        </p:sp>
      </p:grpSp>
      <p:grpSp>
        <p:nvGrpSpPr>
          <p:cNvPr id="4" name="Group 4"/>
          <p:cNvGrpSpPr/>
          <p:nvPr/>
        </p:nvGrpSpPr>
        <p:grpSpPr>
          <a:xfrm>
            <a:off x="457200" y="1127286"/>
            <a:ext cx="6095999" cy="6234131"/>
            <a:chOff x="-264420" y="-468210"/>
            <a:chExt cx="7528820" cy="3035419"/>
          </a:xfrm>
        </p:grpSpPr>
        <p:sp>
          <p:nvSpPr>
            <p:cNvPr id="5" name="TextBox 5"/>
            <p:cNvSpPr txBox="1"/>
            <p:nvPr/>
          </p:nvSpPr>
          <p:spPr>
            <a:xfrm>
              <a:off x="-264420" y="-468210"/>
              <a:ext cx="7523203" cy="603988"/>
            </a:xfrm>
            <a:prstGeom prst="rect">
              <a:avLst/>
            </a:prstGeom>
          </p:spPr>
          <p:txBody>
            <a:bodyPr wrap="square" lIns="0" tIns="0" rIns="0" bIns="0" rtlCol="0" anchor="t">
              <a:spAutoFit/>
            </a:bodyPr>
            <a:lstStyle/>
            <a:p>
              <a:pPr marL="0" lvl="0" indent="0" algn="l">
                <a:lnSpc>
                  <a:spcPts val="9600"/>
                </a:lnSpc>
              </a:pPr>
              <a:r>
                <a:rPr lang="en-US" sz="9600" spc="-192" dirty="0">
                  <a:solidFill>
                    <a:srgbClr val="F2F6FA"/>
                  </a:solidFill>
                  <a:latin typeface="Noto Serif Display ExtraCondensed Light"/>
                  <a:ea typeface="Noto Serif Display ExtraCondensed Light"/>
                  <a:cs typeface="Noto Serif Display ExtraCondensed Light"/>
                  <a:sym typeface="Noto Serif Display ExtraCondensed Light"/>
                </a:rPr>
                <a:t>Conclusion</a:t>
              </a:r>
            </a:p>
          </p:txBody>
        </p:sp>
        <p:sp>
          <p:nvSpPr>
            <p:cNvPr id="6" name="TextBox 6"/>
            <p:cNvSpPr txBox="1"/>
            <p:nvPr/>
          </p:nvSpPr>
          <p:spPr>
            <a:xfrm>
              <a:off x="0" y="2386474"/>
              <a:ext cx="7264400" cy="180735"/>
            </a:xfrm>
            <a:prstGeom prst="rect">
              <a:avLst/>
            </a:prstGeom>
          </p:spPr>
          <p:txBody>
            <a:bodyPr lIns="0" tIns="0" rIns="0" bIns="0" rtlCol="0" anchor="t">
              <a:spAutoFit/>
            </a:bodyPr>
            <a:lstStyle/>
            <a:p>
              <a:pPr marL="0" lvl="0" indent="0" algn="l">
                <a:lnSpc>
                  <a:spcPts val="2879"/>
                </a:lnSpc>
              </a:pPr>
              <a:endParaRPr lang="en-US" sz="2400" u="none" strike="noStrike" dirty="0">
                <a:solidFill>
                  <a:srgbClr val="F2F6FA"/>
                </a:solidFill>
                <a:latin typeface="HK Grotesk"/>
                <a:ea typeface="HK Grotesk"/>
                <a:cs typeface="HK Grotesk"/>
                <a:sym typeface="HK Grotesk"/>
              </a:endParaRPr>
            </a:p>
          </p:txBody>
        </p:sp>
      </p:grpSp>
      <p:sp>
        <p:nvSpPr>
          <p:cNvPr id="9" name="TextBox 9"/>
          <p:cNvSpPr txBox="1"/>
          <p:nvPr/>
        </p:nvSpPr>
        <p:spPr>
          <a:xfrm>
            <a:off x="666944" y="2614738"/>
            <a:ext cx="5448300" cy="3718262"/>
          </a:xfrm>
          <a:prstGeom prst="rect">
            <a:avLst/>
          </a:prstGeom>
        </p:spPr>
        <p:txBody>
          <a:bodyPr lIns="0" tIns="0" rIns="0" bIns="0" rtlCol="0" anchor="t">
            <a:spAutoFit/>
          </a:bodyPr>
          <a:lstStyle/>
          <a:p>
            <a:pPr lvl="0">
              <a:lnSpc>
                <a:spcPts val="2879"/>
              </a:lnSpc>
            </a:pPr>
            <a:r>
              <a:rPr lang="en-US" sz="2400" dirty="0">
                <a:solidFill>
                  <a:srgbClr val="F2F6FA"/>
                </a:solidFill>
                <a:latin typeface="HK Grotesk"/>
                <a:ea typeface="HK Grotesk"/>
                <a:cs typeface="HK Grotesk"/>
                <a:sym typeface="HK Grotesk"/>
              </a:rPr>
              <a:t>To conclude, this project helped in understanding how different data analytics tools work together to convert raw data into actionable insights. The use of KPIs and dashboards made it easier to analyze business performance and trends. This project strengthened both technical knowledge and analytical thinking, which are essential in today’s data-driven environment.</a:t>
            </a:r>
          </a:p>
        </p:txBody>
      </p:sp>
      <p:sp>
        <p:nvSpPr>
          <p:cNvPr id="11" name="AutoShape 11"/>
          <p:cNvSpPr/>
          <p:nvPr/>
        </p:nvSpPr>
        <p:spPr>
          <a:xfrm>
            <a:off x="0" y="676275"/>
            <a:ext cx="7858125" cy="0"/>
          </a:xfrm>
          <a:prstGeom prst="line">
            <a:avLst/>
          </a:prstGeom>
          <a:ln w="19050" cap="flat">
            <a:solidFill>
              <a:srgbClr val="F2F6FA"/>
            </a:solidFill>
            <a:prstDash val="solid"/>
            <a:headEnd type="none" w="sm" len="sm"/>
            <a:tailEnd type="none" w="sm" len="sm"/>
          </a:ln>
        </p:spPr>
      </p:sp>
      <p:sp>
        <p:nvSpPr>
          <p:cNvPr id="12" name="AutoShape 12"/>
          <p:cNvSpPr/>
          <p:nvPr/>
        </p:nvSpPr>
        <p:spPr>
          <a:xfrm>
            <a:off x="0" y="9629775"/>
            <a:ext cx="7858125" cy="0"/>
          </a:xfrm>
          <a:prstGeom prst="line">
            <a:avLst/>
          </a:prstGeom>
          <a:ln w="19050" cap="flat">
            <a:solidFill>
              <a:srgbClr val="F2F6FA"/>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554</Words>
  <Application>Microsoft Office PowerPoint</Application>
  <PresentationFormat>Custom</PresentationFormat>
  <Paragraphs>59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HK Grotesk</vt:lpstr>
      <vt:lpstr>Noto Serif Display ExtraCondensed Light</vt:lpstr>
      <vt:lpstr>Calibri</vt:lpstr>
      <vt:lpstr>HK Grotesk Bold</vt:lpstr>
      <vt:lpstr>Arial</vt:lpstr>
      <vt:lpstr>HK Grotesk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Works</dc:title>
  <dc:description>Presentation - Works</dc:description>
  <cp:lastModifiedBy>Shraddha Wadnere</cp:lastModifiedBy>
  <cp:revision>1</cp:revision>
  <dcterms:created xsi:type="dcterms:W3CDTF">2006-08-16T00:00:00Z</dcterms:created>
  <dcterms:modified xsi:type="dcterms:W3CDTF">2026-01-11T11:37:46Z</dcterms:modified>
  <dc:identifier>DAG-Bqpsivw</dc:identifier>
</cp:coreProperties>
</file>